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ink/ink1.xml" ContentType="application/inkml+xml"/>
  <Override PartName="/ppt/ink/ink2.xml" ContentType="application/inkml+xml"/>
  <Override PartName="/ppt/notesSlides/notesSlide28.xml" ContentType="application/vnd.openxmlformats-officedocument.presentationml.notesSlide+xml"/>
  <Override PartName="/ppt/ink/ink3.xml" ContentType="application/inkml+xml"/>
  <Override PartName="/ppt/notesSlides/notesSlide29.xml" ContentType="application/vnd.openxmlformats-officedocument.presentationml.notesSlide+xml"/>
  <Override PartName="/ppt/ink/ink4.xml" ContentType="application/inkml+xml"/>
  <Override PartName="/ppt/ink/ink5.xml" ContentType="application/inkml+xml"/>
  <Override PartName="/ppt/ink/ink6.xml" ContentType="application/inkml+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ink/ink7.xml" ContentType="application/inkml+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41"/>
  </p:notesMasterIdLst>
  <p:sldIdLst>
    <p:sldId id="256" r:id="rId5"/>
    <p:sldId id="257" r:id="rId6"/>
    <p:sldId id="259" r:id="rId7"/>
    <p:sldId id="258"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Lst>
  <p:sldSz cx="12192000" cy="6858000"/>
  <p:notesSz cx="6858000" cy="9144000"/>
  <p:embeddedFontLst>
    <p:embeddedFont>
      <p:font typeface="Calibri" panose="020F0502020204030204" pitchFamily="34"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2" roundtripDataSignature="AMtx7mi8cqeJ4gVsr04ZdTi/ih8W6WUEc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955" autoAdjust="0"/>
    <p:restoredTop sz="94649" autoAdjust="0"/>
  </p:normalViewPr>
  <p:slideViewPr>
    <p:cSldViewPr snapToGrid="0">
      <p:cViewPr varScale="1">
        <p:scale>
          <a:sx n="64" d="100"/>
          <a:sy n="64" d="100"/>
        </p:scale>
        <p:origin x="84" y="10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1.fntdata"/><Relationship Id="rId55"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font" Target="fonts/font4.fntdata"/><Relationship Id="rId53"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57"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3.fntdata"/><Relationship Id="rId52" Type="http://customschemas.google.com/relationships/presentationmetadata" Target="meta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2.fntdata"/><Relationship Id="rId56"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0" Type="http://schemas.openxmlformats.org/officeDocument/2006/relationships/slide" Target="slides/slide16.xml"/><Relationship Id="rId41" Type="http://schemas.openxmlformats.org/officeDocument/2006/relationships/notesMaster" Target="notesMasters/notesMaster1.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ERCY GUZMAN HENRY ARMANDO" userId="a8ae7ba2-e6b3-4c8d-ac6e-002680fa3ab8" providerId="ADAL" clId="{10F39FB7-6C83-4374-BA7C-FEC4D8CEAEBD}"/>
    <pc:docChg chg="custSel addSld modSld">
      <pc:chgData name="PERCY GUZMAN HENRY ARMANDO" userId="a8ae7ba2-e6b3-4c8d-ac6e-002680fa3ab8" providerId="ADAL" clId="{10F39FB7-6C83-4374-BA7C-FEC4D8CEAEBD}" dt="2022-11-04T19:33:38.781" v="243" actId="1076"/>
      <pc:docMkLst>
        <pc:docMk/>
      </pc:docMkLst>
      <pc:sldChg chg="addSp delSp modSp">
        <pc:chgData name="PERCY GUZMAN HENRY ARMANDO" userId="a8ae7ba2-e6b3-4c8d-ac6e-002680fa3ab8" providerId="ADAL" clId="{10F39FB7-6C83-4374-BA7C-FEC4D8CEAEBD}" dt="2022-11-04T19:14:01.513" v="3" actId="14100"/>
        <pc:sldMkLst>
          <pc:docMk/>
          <pc:sldMk cId="372503882" sldId="270"/>
        </pc:sldMkLst>
        <pc:picChg chg="add mod">
          <ac:chgData name="PERCY GUZMAN HENRY ARMANDO" userId="a8ae7ba2-e6b3-4c8d-ac6e-002680fa3ab8" providerId="ADAL" clId="{10F39FB7-6C83-4374-BA7C-FEC4D8CEAEBD}" dt="2022-11-04T19:14:01.513" v="3" actId="14100"/>
          <ac:picMkLst>
            <pc:docMk/>
            <pc:sldMk cId="372503882" sldId="270"/>
            <ac:picMk id="2" creationId="{91783103-759B-4F9A-89FA-F163827A204F}"/>
          </ac:picMkLst>
        </pc:picChg>
        <pc:picChg chg="del">
          <ac:chgData name="PERCY GUZMAN HENRY ARMANDO" userId="a8ae7ba2-e6b3-4c8d-ac6e-002680fa3ab8" providerId="ADAL" clId="{10F39FB7-6C83-4374-BA7C-FEC4D8CEAEBD}" dt="2022-11-04T19:13:51.047" v="0" actId="478"/>
          <ac:picMkLst>
            <pc:docMk/>
            <pc:sldMk cId="372503882" sldId="270"/>
            <ac:picMk id="3" creationId="{7C4DC005-A60D-4322-8D4C-61A5E53251E5}"/>
          </ac:picMkLst>
        </pc:picChg>
      </pc:sldChg>
      <pc:sldChg chg="addSp delSp modSp add">
        <pc:chgData name="PERCY GUZMAN HENRY ARMANDO" userId="a8ae7ba2-e6b3-4c8d-ac6e-002680fa3ab8" providerId="ADAL" clId="{10F39FB7-6C83-4374-BA7C-FEC4D8CEAEBD}" dt="2022-11-04T19:14:42.737" v="10" actId="14100"/>
        <pc:sldMkLst>
          <pc:docMk/>
          <pc:sldMk cId="2593623064" sldId="271"/>
        </pc:sldMkLst>
        <pc:spChg chg="add del mod">
          <ac:chgData name="PERCY GUZMAN HENRY ARMANDO" userId="a8ae7ba2-e6b3-4c8d-ac6e-002680fa3ab8" providerId="ADAL" clId="{10F39FB7-6C83-4374-BA7C-FEC4D8CEAEBD}" dt="2022-11-04T19:14:38.456" v="7" actId="478"/>
          <ac:spMkLst>
            <pc:docMk/>
            <pc:sldMk cId="2593623064" sldId="271"/>
            <ac:spMk id="4" creationId="{DF70C31C-603B-4615-9B9B-08506B7DC03F}"/>
          </ac:spMkLst>
        </pc:spChg>
        <pc:spChg chg="del">
          <ac:chgData name="PERCY GUZMAN HENRY ARMANDO" userId="a8ae7ba2-e6b3-4c8d-ac6e-002680fa3ab8" providerId="ADAL" clId="{10F39FB7-6C83-4374-BA7C-FEC4D8CEAEBD}" dt="2022-11-04T19:14:36.818" v="6" actId="478"/>
          <ac:spMkLst>
            <pc:docMk/>
            <pc:sldMk cId="2593623064" sldId="271"/>
            <ac:spMk id="97" creationId="{00000000-0000-0000-0000-000000000000}"/>
          </ac:spMkLst>
        </pc:spChg>
        <pc:picChg chg="del">
          <ac:chgData name="PERCY GUZMAN HENRY ARMANDO" userId="a8ae7ba2-e6b3-4c8d-ac6e-002680fa3ab8" providerId="ADAL" clId="{10F39FB7-6C83-4374-BA7C-FEC4D8CEAEBD}" dt="2022-11-04T19:14:34.424" v="5" actId="478"/>
          <ac:picMkLst>
            <pc:docMk/>
            <pc:sldMk cId="2593623064" sldId="271"/>
            <ac:picMk id="2" creationId="{91783103-759B-4F9A-89FA-F163827A204F}"/>
          </ac:picMkLst>
        </pc:picChg>
        <pc:picChg chg="add mod">
          <ac:chgData name="PERCY GUZMAN HENRY ARMANDO" userId="a8ae7ba2-e6b3-4c8d-ac6e-002680fa3ab8" providerId="ADAL" clId="{10F39FB7-6C83-4374-BA7C-FEC4D8CEAEBD}" dt="2022-11-04T19:14:42.737" v="10" actId="14100"/>
          <ac:picMkLst>
            <pc:docMk/>
            <pc:sldMk cId="2593623064" sldId="271"/>
            <ac:picMk id="5" creationId="{A5CEE68A-4574-4AE1-AE92-7474438F29F2}"/>
          </ac:picMkLst>
        </pc:picChg>
      </pc:sldChg>
      <pc:sldChg chg="addSp delSp modSp add">
        <pc:chgData name="PERCY GUZMAN HENRY ARMANDO" userId="a8ae7ba2-e6b3-4c8d-ac6e-002680fa3ab8" providerId="ADAL" clId="{10F39FB7-6C83-4374-BA7C-FEC4D8CEAEBD}" dt="2022-11-04T19:16:04.682" v="24" actId="6549"/>
        <pc:sldMkLst>
          <pc:docMk/>
          <pc:sldMk cId="4152007344" sldId="272"/>
        </pc:sldMkLst>
        <pc:spChg chg="add mod">
          <ac:chgData name="PERCY GUZMAN HENRY ARMANDO" userId="a8ae7ba2-e6b3-4c8d-ac6e-002680fa3ab8" providerId="ADAL" clId="{10F39FB7-6C83-4374-BA7C-FEC4D8CEAEBD}" dt="2022-11-04T19:16:04.682" v="24" actId="6549"/>
          <ac:spMkLst>
            <pc:docMk/>
            <pc:sldMk cId="4152007344" sldId="272"/>
            <ac:spMk id="6" creationId="{3BE27BC5-AD81-41A0-B039-9C91A54D37B0}"/>
          </ac:spMkLst>
        </pc:spChg>
        <pc:picChg chg="del">
          <ac:chgData name="PERCY GUZMAN HENRY ARMANDO" userId="a8ae7ba2-e6b3-4c8d-ac6e-002680fa3ab8" providerId="ADAL" clId="{10F39FB7-6C83-4374-BA7C-FEC4D8CEAEBD}" dt="2022-11-04T19:15:03.864" v="12" actId="478"/>
          <ac:picMkLst>
            <pc:docMk/>
            <pc:sldMk cId="4152007344" sldId="272"/>
            <ac:picMk id="5" creationId="{A5CEE68A-4574-4AE1-AE92-7474438F29F2}"/>
          </ac:picMkLst>
        </pc:picChg>
      </pc:sldChg>
      <pc:sldChg chg="addSp delSp modSp add">
        <pc:chgData name="PERCY GUZMAN HENRY ARMANDO" userId="a8ae7ba2-e6b3-4c8d-ac6e-002680fa3ab8" providerId="ADAL" clId="{10F39FB7-6C83-4374-BA7C-FEC4D8CEAEBD}" dt="2022-11-04T19:16:41.801" v="30" actId="14100"/>
        <pc:sldMkLst>
          <pc:docMk/>
          <pc:sldMk cId="1727553988" sldId="273"/>
        </pc:sldMkLst>
        <pc:spChg chg="mod">
          <ac:chgData name="PERCY GUZMAN HENRY ARMANDO" userId="a8ae7ba2-e6b3-4c8d-ac6e-002680fa3ab8" providerId="ADAL" clId="{10F39FB7-6C83-4374-BA7C-FEC4D8CEAEBD}" dt="2022-11-04T19:16:28.753" v="26"/>
          <ac:spMkLst>
            <pc:docMk/>
            <pc:sldMk cId="1727553988" sldId="273"/>
            <ac:spMk id="97" creationId="{00000000-0000-0000-0000-000000000000}"/>
          </ac:spMkLst>
        </pc:spChg>
        <pc:picChg chg="del">
          <ac:chgData name="PERCY GUZMAN HENRY ARMANDO" userId="a8ae7ba2-e6b3-4c8d-ac6e-002680fa3ab8" providerId="ADAL" clId="{10F39FB7-6C83-4374-BA7C-FEC4D8CEAEBD}" dt="2022-11-04T19:16:31.849" v="27" actId="478"/>
          <ac:picMkLst>
            <pc:docMk/>
            <pc:sldMk cId="1727553988" sldId="273"/>
            <ac:picMk id="2" creationId="{91783103-759B-4F9A-89FA-F163827A204F}"/>
          </ac:picMkLst>
        </pc:picChg>
        <pc:picChg chg="add mod">
          <ac:chgData name="PERCY GUZMAN HENRY ARMANDO" userId="a8ae7ba2-e6b3-4c8d-ac6e-002680fa3ab8" providerId="ADAL" clId="{10F39FB7-6C83-4374-BA7C-FEC4D8CEAEBD}" dt="2022-11-04T19:16:41.801" v="30" actId="14100"/>
          <ac:picMkLst>
            <pc:docMk/>
            <pc:sldMk cId="1727553988" sldId="273"/>
            <ac:picMk id="3" creationId="{A1F9E8C6-E4D3-4884-932C-E25CDDE7F370}"/>
          </ac:picMkLst>
        </pc:picChg>
      </pc:sldChg>
      <pc:sldChg chg="addSp delSp modSp add">
        <pc:chgData name="PERCY GUZMAN HENRY ARMANDO" userId="a8ae7ba2-e6b3-4c8d-ac6e-002680fa3ab8" providerId="ADAL" clId="{10F39FB7-6C83-4374-BA7C-FEC4D8CEAEBD}" dt="2022-11-04T19:17:01.161" v="36" actId="1076"/>
        <pc:sldMkLst>
          <pc:docMk/>
          <pc:sldMk cId="655967702" sldId="274"/>
        </pc:sldMkLst>
        <pc:picChg chg="add mod">
          <ac:chgData name="PERCY GUZMAN HENRY ARMANDO" userId="a8ae7ba2-e6b3-4c8d-ac6e-002680fa3ab8" providerId="ADAL" clId="{10F39FB7-6C83-4374-BA7C-FEC4D8CEAEBD}" dt="2022-11-04T19:17:01.161" v="36" actId="1076"/>
          <ac:picMkLst>
            <pc:docMk/>
            <pc:sldMk cId="655967702" sldId="274"/>
            <ac:picMk id="2" creationId="{71766DE9-9B06-4ABE-9A73-D0107CE25F5B}"/>
          </ac:picMkLst>
        </pc:picChg>
        <pc:picChg chg="del">
          <ac:chgData name="PERCY GUZMAN HENRY ARMANDO" userId="a8ae7ba2-e6b3-4c8d-ac6e-002680fa3ab8" providerId="ADAL" clId="{10F39FB7-6C83-4374-BA7C-FEC4D8CEAEBD}" dt="2022-11-04T19:16:56.265" v="32" actId="478"/>
          <ac:picMkLst>
            <pc:docMk/>
            <pc:sldMk cId="655967702" sldId="274"/>
            <ac:picMk id="5" creationId="{A5CEE68A-4574-4AE1-AE92-7474438F29F2}"/>
          </ac:picMkLst>
        </pc:picChg>
      </pc:sldChg>
      <pc:sldChg chg="modSp add">
        <pc:chgData name="PERCY GUZMAN HENRY ARMANDO" userId="a8ae7ba2-e6b3-4c8d-ac6e-002680fa3ab8" providerId="ADAL" clId="{10F39FB7-6C83-4374-BA7C-FEC4D8CEAEBD}" dt="2022-11-04T19:18:45.115" v="54" actId="20577"/>
        <pc:sldMkLst>
          <pc:docMk/>
          <pc:sldMk cId="1794706155" sldId="275"/>
        </pc:sldMkLst>
        <pc:spChg chg="mod">
          <ac:chgData name="PERCY GUZMAN HENRY ARMANDO" userId="a8ae7ba2-e6b3-4c8d-ac6e-002680fa3ab8" providerId="ADAL" clId="{10F39FB7-6C83-4374-BA7C-FEC4D8CEAEBD}" dt="2022-11-04T19:18:45.115" v="54" actId="20577"/>
          <ac:spMkLst>
            <pc:docMk/>
            <pc:sldMk cId="1794706155" sldId="275"/>
            <ac:spMk id="97" creationId="{00000000-0000-0000-0000-000000000000}"/>
          </ac:spMkLst>
        </pc:spChg>
      </pc:sldChg>
      <pc:sldChg chg="addSp delSp modSp add">
        <pc:chgData name="PERCY GUZMAN HENRY ARMANDO" userId="a8ae7ba2-e6b3-4c8d-ac6e-002680fa3ab8" providerId="ADAL" clId="{10F39FB7-6C83-4374-BA7C-FEC4D8CEAEBD}" dt="2022-11-04T19:19:20.478" v="61" actId="20577"/>
        <pc:sldMkLst>
          <pc:docMk/>
          <pc:sldMk cId="567024343" sldId="276"/>
        </pc:sldMkLst>
        <pc:spChg chg="mod">
          <ac:chgData name="PERCY GUZMAN HENRY ARMANDO" userId="a8ae7ba2-e6b3-4c8d-ac6e-002680fa3ab8" providerId="ADAL" clId="{10F39FB7-6C83-4374-BA7C-FEC4D8CEAEBD}" dt="2022-11-04T19:19:20.478" v="61" actId="20577"/>
          <ac:spMkLst>
            <pc:docMk/>
            <pc:sldMk cId="567024343" sldId="276"/>
            <ac:spMk id="97" creationId="{00000000-0000-0000-0000-000000000000}"/>
          </ac:spMkLst>
        </pc:spChg>
        <pc:picChg chg="add mod">
          <ac:chgData name="PERCY GUZMAN HENRY ARMANDO" userId="a8ae7ba2-e6b3-4c8d-ac6e-002680fa3ab8" providerId="ADAL" clId="{10F39FB7-6C83-4374-BA7C-FEC4D8CEAEBD}" dt="2022-11-04T19:19:18.202" v="60" actId="14100"/>
          <ac:picMkLst>
            <pc:docMk/>
            <pc:sldMk cId="567024343" sldId="276"/>
            <ac:picMk id="2" creationId="{33E02B0B-EDC1-4801-839F-7E1F22879599}"/>
          </ac:picMkLst>
        </pc:picChg>
        <pc:picChg chg="del">
          <ac:chgData name="PERCY GUZMAN HENRY ARMANDO" userId="a8ae7ba2-e6b3-4c8d-ac6e-002680fa3ab8" providerId="ADAL" clId="{10F39FB7-6C83-4374-BA7C-FEC4D8CEAEBD}" dt="2022-11-04T19:19:06.778" v="57" actId="478"/>
          <ac:picMkLst>
            <pc:docMk/>
            <pc:sldMk cId="567024343" sldId="276"/>
            <ac:picMk id="3" creationId="{A1F9E8C6-E4D3-4884-932C-E25CDDE7F370}"/>
          </ac:picMkLst>
        </pc:picChg>
      </pc:sldChg>
      <pc:sldChg chg="addSp delSp modSp add">
        <pc:chgData name="PERCY GUZMAN HENRY ARMANDO" userId="a8ae7ba2-e6b3-4c8d-ac6e-002680fa3ab8" providerId="ADAL" clId="{10F39FB7-6C83-4374-BA7C-FEC4D8CEAEBD}" dt="2022-11-04T19:20:38.330" v="78" actId="1076"/>
        <pc:sldMkLst>
          <pc:docMk/>
          <pc:sldMk cId="772862018" sldId="277"/>
        </pc:sldMkLst>
        <pc:spChg chg="add del mod">
          <ac:chgData name="PERCY GUZMAN HENRY ARMANDO" userId="a8ae7ba2-e6b3-4c8d-ac6e-002680fa3ab8" providerId="ADAL" clId="{10F39FB7-6C83-4374-BA7C-FEC4D8CEAEBD}" dt="2022-11-04T19:19:54.938" v="65" actId="478"/>
          <ac:spMkLst>
            <pc:docMk/>
            <pc:sldMk cId="772862018" sldId="277"/>
            <ac:spMk id="4" creationId="{C1AA150D-2B82-4949-8BBC-E26DB20201A3}"/>
          </ac:spMkLst>
        </pc:spChg>
        <pc:spChg chg="del">
          <ac:chgData name="PERCY GUZMAN HENRY ARMANDO" userId="a8ae7ba2-e6b3-4c8d-ac6e-002680fa3ab8" providerId="ADAL" clId="{10F39FB7-6C83-4374-BA7C-FEC4D8CEAEBD}" dt="2022-11-04T19:19:44.880" v="64" actId="478"/>
          <ac:spMkLst>
            <pc:docMk/>
            <pc:sldMk cId="772862018" sldId="277"/>
            <ac:spMk id="97" creationId="{00000000-0000-0000-0000-000000000000}"/>
          </ac:spMkLst>
        </pc:spChg>
        <pc:picChg chg="del">
          <ac:chgData name="PERCY GUZMAN HENRY ARMANDO" userId="a8ae7ba2-e6b3-4c8d-ac6e-002680fa3ab8" providerId="ADAL" clId="{10F39FB7-6C83-4374-BA7C-FEC4D8CEAEBD}" dt="2022-11-04T19:19:43.241" v="63" actId="478"/>
          <ac:picMkLst>
            <pc:docMk/>
            <pc:sldMk cId="772862018" sldId="277"/>
            <ac:picMk id="2" creationId="{33E02B0B-EDC1-4801-839F-7E1F22879599}"/>
          </ac:picMkLst>
        </pc:picChg>
        <pc:picChg chg="add mod modCrop">
          <ac:chgData name="PERCY GUZMAN HENRY ARMANDO" userId="a8ae7ba2-e6b3-4c8d-ac6e-002680fa3ab8" providerId="ADAL" clId="{10F39FB7-6C83-4374-BA7C-FEC4D8CEAEBD}" dt="2022-11-04T19:20:38.330" v="78" actId="1076"/>
          <ac:picMkLst>
            <pc:docMk/>
            <pc:sldMk cId="772862018" sldId="277"/>
            <ac:picMk id="5" creationId="{3B10010F-FBCF-4EA7-B0FD-C9F633DE29B5}"/>
          </ac:picMkLst>
        </pc:picChg>
        <pc:picChg chg="add mod">
          <ac:chgData name="PERCY GUZMAN HENRY ARMANDO" userId="a8ae7ba2-e6b3-4c8d-ac6e-002680fa3ab8" providerId="ADAL" clId="{10F39FB7-6C83-4374-BA7C-FEC4D8CEAEBD}" dt="2022-11-04T19:20:35.850" v="77" actId="1076"/>
          <ac:picMkLst>
            <pc:docMk/>
            <pc:sldMk cId="772862018" sldId="277"/>
            <ac:picMk id="6" creationId="{D5CD0659-0ABB-4E95-A5E1-5176D3F1CF9E}"/>
          </ac:picMkLst>
        </pc:picChg>
      </pc:sldChg>
      <pc:sldChg chg="addSp delSp modSp add">
        <pc:chgData name="PERCY GUZMAN HENRY ARMANDO" userId="a8ae7ba2-e6b3-4c8d-ac6e-002680fa3ab8" providerId="ADAL" clId="{10F39FB7-6C83-4374-BA7C-FEC4D8CEAEBD}" dt="2022-11-04T19:21:29.133" v="91" actId="1076"/>
        <pc:sldMkLst>
          <pc:docMk/>
          <pc:sldMk cId="883512109" sldId="278"/>
        </pc:sldMkLst>
        <pc:spChg chg="mod">
          <ac:chgData name="PERCY GUZMAN HENRY ARMANDO" userId="a8ae7ba2-e6b3-4c8d-ac6e-002680fa3ab8" providerId="ADAL" clId="{10F39FB7-6C83-4374-BA7C-FEC4D8CEAEBD}" dt="2022-11-04T19:20:51.606" v="80"/>
          <ac:spMkLst>
            <pc:docMk/>
            <pc:sldMk cId="883512109" sldId="278"/>
            <ac:spMk id="97" creationId="{00000000-0000-0000-0000-000000000000}"/>
          </ac:spMkLst>
        </pc:spChg>
        <pc:picChg chg="del">
          <ac:chgData name="PERCY GUZMAN HENRY ARMANDO" userId="a8ae7ba2-e6b3-4c8d-ac6e-002680fa3ab8" providerId="ADAL" clId="{10F39FB7-6C83-4374-BA7C-FEC4D8CEAEBD}" dt="2022-11-04T19:20:53.658" v="81" actId="478"/>
          <ac:picMkLst>
            <pc:docMk/>
            <pc:sldMk cId="883512109" sldId="278"/>
            <ac:picMk id="2" creationId="{33E02B0B-EDC1-4801-839F-7E1F22879599}"/>
          </ac:picMkLst>
        </pc:picChg>
        <pc:picChg chg="add mod">
          <ac:chgData name="PERCY GUZMAN HENRY ARMANDO" userId="a8ae7ba2-e6b3-4c8d-ac6e-002680fa3ab8" providerId="ADAL" clId="{10F39FB7-6C83-4374-BA7C-FEC4D8CEAEBD}" dt="2022-11-04T19:21:29.133" v="91" actId="1076"/>
          <ac:picMkLst>
            <pc:docMk/>
            <pc:sldMk cId="883512109" sldId="278"/>
            <ac:picMk id="3" creationId="{198BDB3A-303A-47B6-BAE7-E51A5E11A20F}"/>
          </ac:picMkLst>
        </pc:picChg>
        <pc:picChg chg="add del mod">
          <ac:chgData name="PERCY GUZMAN HENRY ARMANDO" userId="a8ae7ba2-e6b3-4c8d-ac6e-002680fa3ab8" providerId="ADAL" clId="{10F39FB7-6C83-4374-BA7C-FEC4D8CEAEBD}" dt="2022-11-04T19:21:27.436" v="90" actId="478"/>
          <ac:picMkLst>
            <pc:docMk/>
            <pc:sldMk cId="883512109" sldId="278"/>
            <ac:picMk id="8" creationId="{B0705DC0-18C0-4E2E-AD03-492E046CDF72}"/>
          </ac:picMkLst>
        </pc:picChg>
      </pc:sldChg>
      <pc:sldChg chg="addSp delSp modSp add">
        <pc:chgData name="PERCY GUZMAN HENRY ARMANDO" userId="a8ae7ba2-e6b3-4c8d-ac6e-002680fa3ab8" providerId="ADAL" clId="{10F39FB7-6C83-4374-BA7C-FEC4D8CEAEBD}" dt="2022-11-04T19:22:12.720" v="110" actId="1076"/>
        <pc:sldMkLst>
          <pc:docMk/>
          <pc:sldMk cId="1271912099" sldId="279"/>
        </pc:sldMkLst>
        <pc:spChg chg="add del mod">
          <ac:chgData name="PERCY GUZMAN HENRY ARMANDO" userId="a8ae7ba2-e6b3-4c8d-ac6e-002680fa3ab8" providerId="ADAL" clId="{10F39FB7-6C83-4374-BA7C-FEC4D8CEAEBD}" dt="2022-11-04T19:21:35.548" v="95" actId="478"/>
          <ac:spMkLst>
            <pc:docMk/>
            <pc:sldMk cId="1271912099" sldId="279"/>
            <ac:spMk id="4" creationId="{DC7F6BA9-0EDD-4D2A-AA0A-2EB859C2EFAC}"/>
          </ac:spMkLst>
        </pc:spChg>
        <pc:spChg chg="del">
          <ac:chgData name="PERCY GUZMAN HENRY ARMANDO" userId="a8ae7ba2-e6b3-4c8d-ac6e-002680fa3ab8" providerId="ADAL" clId="{10F39FB7-6C83-4374-BA7C-FEC4D8CEAEBD}" dt="2022-11-04T19:21:34.723" v="94" actId="478"/>
          <ac:spMkLst>
            <pc:docMk/>
            <pc:sldMk cId="1271912099" sldId="279"/>
            <ac:spMk id="97" creationId="{00000000-0000-0000-0000-000000000000}"/>
          </ac:spMkLst>
        </pc:spChg>
        <pc:picChg chg="del">
          <ac:chgData name="PERCY GUZMAN HENRY ARMANDO" userId="a8ae7ba2-e6b3-4c8d-ac6e-002680fa3ab8" providerId="ADAL" clId="{10F39FB7-6C83-4374-BA7C-FEC4D8CEAEBD}" dt="2022-11-04T19:21:32.716" v="93" actId="478"/>
          <ac:picMkLst>
            <pc:docMk/>
            <pc:sldMk cId="1271912099" sldId="279"/>
            <ac:picMk id="3" creationId="{198BDB3A-303A-47B6-BAE7-E51A5E11A20F}"/>
          </ac:picMkLst>
        </pc:picChg>
        <pc:picChg chg="add mod">
          <ac:chgData name="PERCY GUZMAN HENRY ARMANDO" userId="a8ae7ba2-e6b3-4c8d-ac6e-002680fa3ab8" providerId="ADAL" clId="{10F39FB7-6C83-4374-BA7C-FEC4D8CEAEBD}" dt="2022-11-04T19:22:02.231" v="105" actId="1076"/>
          <ac:picMkLst>
            <pc:docMk/>
            <pc:sldMk cId="1271912099" sldId="279"/>
            <ac:picMk id="5" creationId="{B25E1C37-4CA6-4309-878F-1944DBE9EB13}"/>
          </ac:picMkLst>
        </pc:picChg>
        <pc:picChg chg="add mod">
          <ac:chgData name="PERCY GUZMAN HENRY ARMANDO" userId="a8ae7ba2-e6b3-4c8d-ac6e-002680fa3ab8" providerId="ADAL" clId="{10F39FB7-6C83-4374-BA7C-FEC4D8CEAEBD}" dt="2022-11-04T19:22:12.720" v="110" actId="1076"/>
          <ac:picMkLst>
            <pc:docMk/>
            <pc:sldMk cId="1271912099" sldId="279"/>
            <ac:picMk id="6" creationId="{C628DD91-02B2-4D94-84E7-4482A26FCDF9}"/>
          </ac:picMkLst>
        </pc:picChg>
        <pc:picChg chg="add mod">
          <ac:chgData name="PERCY GUZMAN HENRY ARMANDO" userId="a8ae7ba2-e6b3-4c8d-ac6e-002680fa3ab8" providerId="ADAL" clId="{10F39FB7-6C83-4374-BA7C-FEC4D8CEAEBD}" dt="2022-11-04T19:22:03.471" v="106" actId="1076"/>
          <ac:picMkLst>
            <pc:docMk/>
            <pc:sldMk cId="1271912099" sldId="279"/>
            <ac:picMk id="9" creationId="{CD677CE8-02E5-47F6-B3E2-32F3135A035E}"/>
          </ac:picMkLst>
        </pc:picChg>
      </pc:sldChg>
      <pc:sldChg chg="addSp delSp modSp add">
        <pc:chgData name="PERCY GUZMAN HENRY ARMANDO" userId="a8ae7ba2-e6b3-4c8d-ac6e-002680fa3ab8" providerId="ADAL" clId="{10F39FB7-6C83-4374-BA7C-FEC4D8CEAEBD}" dt="2022-11-04T19:22:33.889" v="117" actId="1076"/>
        <pc:sldMkLst>
          <pc:docMk/>
          <pc:sldMk cId="4044489711" sldId="280"/>
        </pc:sldMkLst>
        <pc:picChg chg="del">
          <ac:chgData name="PERCY GUZMAN HENRY ARMANDO" userId="a8ae7ba2-e6b3-4c8d-ac6e-002680fa3ab8" providerId="ADAL" clId="{10F39FB7-6C83-4374-BA7C-FEC4D8CEAEBD}" dt="2022-11-04T19:22:21.536" v="112" actId="478"/>
          <ac:picMkLst>
            <pc:docMk/>
            <pc:sldMk cId="4044489711" sldId="280"/>
            <ac:picMk id="2" creationId="{71766DE9-9B06-4ABE-9A73-D0107CE25F5B}"/>
          </ac:picMkLst>
        </pc:picChg>
        <pc:picChg chg="add mod">
          <ac:chgData name="PERCY GUZMAN HENRY ARMANDO" userId="a8ae7ba2-e6b3-4c8d-ac6e-002680fa3ab8" providerId="ADAL" clId="{10F39FB7-6C83-4374-BA7C-FEC4D8CEAEBD}" dt="2022-11-04T19:22:33.889" v="117" actId="1076"/>
          <ac:picMkLst>
            <pc:docMk/>
            <pc:sldMk cId="4044489711" sldId="280"/>
            <ac:picMk id="3" creationId="{E813017B-44F9-48D3-95E3-1E1C0965EB1B}"/>
          </ac:picMkLst>
        </pc:picChg>
      </pc:sldChg>
      <pc:sldChg chg="modSp add">
        <pc:chgData name="PERCY GUZMAN HENRY ARMANDO" userId="a8ae7ba2-e6b3-4c8d-ac6e-002680fa3ab8" providerId="ADAL" clId="{10F39FB7-6C83-4374-BA7C-FEC4D8CEAEBD}" dt="2022-11-04T19:24:35.721" v="152" actId="6549"/>
        <pc:sldMkLst>
          <pc:docMk/>
          <pc:sldMk cId="2083851840" sldId="281"/>
        </pc:sldMkLst>
        <pc:spChg chg="mod">
          <ac:chgData name="PERCY GUZMAN HENRY ARMANDO" userId="a8ae7ba2-e6b3-4c8d-ac6e-002680fa3ab8" providerId="ADAL" clId="{10F39FB7-6C83-4374-BA7C-FEC4D8CEAEBD}" dt="2022-11-04T19:24:35.721" v="152" actId="6549"/>
          <ac:spMkLst>
            <pc:docMk/>
            <pc:sldMk cId="2083851840" sldId="281"/>
            <ac:spMk id="97" creationId="{00000000-0000-0000-0000-000000000000}"/>
          </ac:spMkLst>
        </pc:spChg>
      </pc:sldChg>
      <pc:sldChg chg="addSp delSp modSp add">
        <pc:chgData name="PERCY GUZMAN HENRY ARMANDO" userId="a8ae7ba2-e6b3-4c8d-ac6e-002680fa3ab8" providerId="ADAL" clId="{10F39FB7-6C83-4374-BA7C-FEC4D8CEAEBD}" dt="2022-11-04T19:24:18.813" v="151" actId="1076"/>
        <pc:sldMkLst>
          <pc:docMk/>
          <pc:sldMk cId="3832628738" sldId="282"/>
        </pc:sldMkLst>
        <pc:spChg chg="mod">
          <ac:chgData name="PERCY GUZMAN HENRY ARMANDO" userId="a8ae7ba2-e6b3-4c8d-ac6e-002680fa3ab8" providerId="ADAL" clId="{10F39FB7-6C83-4374-BA7C-FEC4D8CEAEBD}" dt="2022-11-04T19:24:07.380" v="147" actId="1035"/>
          <ac:spMkLst>
            <pc:docMk/>
            <pc:sldMk cId="3832628738" sldId="282"/>
            <ac:spMk id="97" creationId="{00000000-0000-0000-0000-000000000000}"/>
          </ac:spMkLst>
        </pc:spChg>
        <pc:picChg chg="add mod">
          <ac:chgData name="PERCY GUZMAN HENRY ARMANDO" userId="a8ae7ba2-e6b3-4c8d-ac6e-002680fa3ab8" providerId="ADAL" clId="{10F39FB7-6C83-4374-BA7C-FEC4D8CEAEBD}" dt="2022-11-04T19:24:18.813" v="151" actId="1076"/>
          <ac:picMkLst>
            <pc:docMk/>
            <pc:sldMk cId="3832628738" sldId="282"/>
            <ac:picMk id="2" creationId="{48BE39F7-7376-468B-96D0-75E4A05DF539}"/>
          </ac:picMkLst>
        </pc:picChg>
        <pc:picChg chg="del">
          <ac:chgData name="PERCY GUZMAN HENRY ARMANDO" userId="a8ae7ba2-e6b3-4c8d-ac6e-002680fa3ab8" providerId="ADAL" clId="{10F39FB7-6C83-4374-BA7C-FEC4D8CEAEBD}" dt="2022-11-04T19:23:54.948" v="131" actId="478"/>
          <ac:picMkLst>
            <pc:docMk/>
            <pc:sldMk cId="3832628738" sldId="282"/>
            <ac:picMk id="3" creationId="{198BDB3A-303A-47B6-BAE7-E51A5E11A20F}"/>
          </ac:picMkLst>
        </pc:picChg>
      </pc:sldChg>
      <pc:sldChg chg="addSp delSp modSp add">
        <pc:chgData name="PERCY GUZMAN HENRY ARMANDO" userId="a8ae7ba2-e6b3-4c8d-ac6e-002680fa3ab8" providerId="ADAL" clId="{10F39FB7-6C83-4374-BA7C-FEC4D8CEAEBD}" dt="2022-11-04T19:25:02.046" v="159" actId="14100"/>
        <pc:sldMkLst>
          <pc:docMk/>
          <pc:sldMk cId="194425053" sldId="283"/>
        </pc:sldMkLst>
        <pc:spChg chg="add del mod">
          <ac:chgData name="PERCY GUZMAN HENRY ARMANDO" userId="a8ae7ba2-e6b3-4c8d-ac6e-002680fa3ab8" providerId="ADAL" clId="{10F39FB7-6C83-4374-BA7C-FEC4D8CEAEBD}" dt="2022-11-04T19:24:53.414" v="155" actId="478"/>
          <ac:spMkLst>
            <pc:docMk/>
            <pc:sldMk cId="194425053" sldId="283"/>
            <ac:spMk id="4" creationId="{F307EC01-CCC0-401D-B79C-42F7CA24206B}"/>
          </ac:spMkLst>
        </pc:spChg>
        <pc:spChg chg="del">
          <ac:chgData name="PERCY GUZMAN HENRY ARMANDO" userId="a8ae7ba2-e6b3-4c8d-ac6e-002680fa3ab8" providerId="ADAL" clId="{10F39FB7-6C83-4374-BA7C-FEC4D8CEAEBD}" dt="2022-11-04T19:24:51.996" v="154" actId="478"/>
          <ac:spMkLst>
            <pc:docMk/>
            <pc:sldMk cId="194425053" sldId="283"/>
            <ac:spMk id="97" creationId="{00000000-0000-0000-0000-000000000000}"/>
          </ac:spMkLst>
        </pc:spChg>
        <pc:picChg chg="del">
          <ac:chgData name="PERCY GUZMAN HENRY ARMANDO" userId="a8ae7ba2-e6b3-4c8d-ac6e-002680fa3ab8" providerId="ADAL" clId="{10F39FB7-6C83-4374-BA7C-FEC4D8CEAEBD}" dt="2022-11-04T19:24:53.829" v="156" actId="478"/>
          <ac:picMkLst>
            <pc:docMk/>
            <pc:sldMk cId="194425053" sldId="283"/>
            <ac:picMk id="2" creationId="{48BE39F7-7376-468B-96D0-75E4A05DF539}"/>
          </ac:picMkLst>
        </pc:picChg>
        <pc:picChg chg="add mod">
          <ac:chgData name="PERCY GUZMAN HENRY ARMANDO" userId="a8ae7ba2-e6b3-4c8d-ac6e-002680fa3ab8" providerId="ADAL" clId="{10F39FB7-6C83-4374-BA7C-FEC4D8CEAEBD}" dt="2022-11-04T19:25:02.046" v="159" actId="14100"/>
          <ac:picMkLst>
            <pc:docMk/>
            <pc:sldMk cId="194425053" sldId="283"/>
            <ac:picMk id="5" creationId="{803CF061-C097-4D75-83F4-EA891502B077}"/>
          </ac:picMkLst>
        </pc:picChg>
      </pc:sldChg>
      <pc:sldChg chg="addSp delSp modSp add">
        <pc:chgData name="PERCY GUZMAN HENRY ARMANDO" userId="a8ae7ba2-e6b3-4c8d-ac6e-002680fa3ab8" providerId="ADAL" clId="{10F39FB7-6C83-4374-BA7C-FEC4D8CEAEBD}" dt="2022-11-04T19:25:47.264" v="171" actId="1076"/>
        <pc:sldMkLst>
          <pc:docMk/>
          <pc:sldMk cId="134526866" sldId="284"/>
        </pc:sldMkLst>
        <pc:spChg chg="mod">
          <ac:chgData name="PERCY GUZMAN HENRY ARMANDO" userId="a8ae7ba2-e6b3-4c8d-ac6e-002680fa3ab8" providerId="ADAL" clId="{10F39FB7-6C83-4374-BA7C-FEC4D8CEAEBD}" dt="2022-11-04T19:25:33.063" v="167" actId="20577"/>
          <ac:spMkLst>
            <pc:docMk/>
            <pc:sldMk cId="134526866" sldId="284"/>
            <ac:spMk id="97" creationId="{00000000-0000-0000-0000-000000000000}"/>
          </ac:spMkLst>
        </pc:spChg>
        <pc:picChg chg="del">
          <ac:chgData name="PERCY GUZMAN HENRY ARMANDO" userId="a8ae7ba2-e6b3-4c8d-ac6e-002680fa3ab8" providerId="ADAL" clId="{10F39FB7-6C83-4374-BA7C-FEC4D8CEAEBD}" dt="2022-11-04T19:25:13.479" v="161" actId="478"/>
          <ac:picMkLst>
            <pc:docMk/>
            <pc:sldMk cId="134526866" sldId="284"/>
            <ac:picMk id="2" creationId="{48BE39F7-7376-468B-96D0-75E4A05DF539}"/>
          </ac:picMkLst>
        </pc:picChg>
        <pc:picChg chg="add mod">
          <ac:chgData name="PERCY GUZMAN HENRY ARMANDO" userId="a8ae7ba2-e6b3-4c8d-ac6e-002680fa3ab8" providerId="ADAL" clId="{10F39FB7-6C83-4374-BA7C-FEC4D8CEAEBD}" dt="2022-11-04T19:25:29.783" v="165" actId="14100"/>
          <ac:picMkLst>
            <pc:docMk/>
            <pc:sldMk cId="134526866" sldId="284"/>
            <ac:picMk id="3" creationId="{3DDAF0F0-1043-4EF9-A8F8-FE72EA422E18}"/>
          </ac:picMkLst>
        </pc:picChg>
        <pc:picChg chg="add mod">
          <ac:chgData name="PERCY GUZMAN HENRY ARMANDO" userId="a8ae7ba2-e6b3-4c8d-ac6e-002680fa3ab8" providerId="ADAL" clId="{10F39FB7-6C83-4374-BA7C-FEC4D8CEAEBD}" dt="2022-11-04T19:25:47.264" v="171" actId="1076"/>
          <ac:picMkLst>
            <pc:docMk/>
            <pc:sldMk cId="134526866" sldId="284"/>
            <ac:picMk id="4" creationId="{4DD02D51-2DD4-4346-AD54-BE93C7A99678}"/>
          </ac:picMkLst>
        </pc:picChg>
      </pc:sldChg>
      <pc:sldChg chg="addSp delSp modSp add">
        <pc:chgData name="PERCY GUZMAN HENRY ARMANDO" userId="a8ae7ba2-e6b3-4c8d-ac6e-002680fa3ab8" providerId="ADAL" clId="{10F39FB7-6C83-4374-BA7C-FEC4D8CEAEBD}" dt="2022-11-04T19:26:50.385" v="179" actId="1076"/>
        <pc:sldMkLst>
          <pc:docMk/>
          <pc:sldMk cId="1289737269" sldId="285"/>
        </pc:sldMkLst>
        <pc:picChg chg="add mod">
          <ac:chgData name="PERCY GUZMAN HENRY ARMANDO" userId="a8ae7ba2-e6b3-4c8d-ac6e-002680fa3ab8" providerId="ADAL" clId="{10F39FB7-6C83-4374-BA7C-FEC4D8CEAEBD}" dt="2022-11-04T19:26:50.385" v="179" actId="1076"/>
          <ac:picMkLst>
            <pc:docMk/>
            <pc:sldMk cId="1289737269" sldId="285"/>
            <ac:picMk id="2" creationId="{DC76B276-9F08-4F5D-8318-D885C16EB02D}"/>
          </ac:picMkLst>
        </pc:picChg>
        <pc:picChg chg="del">
          <ac:chgData name="PERCY GUZMAN HENRY ARMANDO" userId="a8ae7ba2-e6b3-4c8d-ac6e-002680fa3ab8" providerId="ADAL" clId="{10F39FB7-6C83-4374-BA7C-FEC4D8CEAEBD}" dt="2022-11-04T19:26:03.207" v="173" actId="478"/>
          <ac:picMkLst>
            <pc:docMk/>
            <pc:sldMk cId="1289737269" sldId="285"/>
            <ac:picMk id="3" creationId="{E813017B-44F9-48D3-95E3-1E1C0965EB1B}"/>
          </ac:picMkLst>
        </pc:picChg>
      </pc:sldChg>
      <pc:sldChg chg="addSp delSp modSp add">
        <pc:chgData name="PERCY GUZMAN HENRY ARMANDO" userId="a8ae7ba2-e6b3-4c8d-ac6e-002680fa3ab8" providerId="ADAL" clId="{10F39FB7-6C83-4374-BA7C-FEC4D8CEAEBD}" dt="2022-11-04T19:27:10.161" v="184" actId="14100"/>
        <pc:sldMkLst>
          <pc:docMk/>
          <pc:sldMk cId="1254548673" sldId="286"/>
        </pc:sldMkLst>
        <pc:picChg chg="del">
          <ac:chgData name="PERCY GUZMAN HENRY ARMANDO" userId="a8ae7ba2-e6b3-4c8d-ac6e-002680fa3ab8" providerId="ADAL" clId="{10F39FB7-6C83-4374-BA7C-FEC4D8CEAEBD}" dt="2022-11-04T19:27:05.865" v="181" actId="478"/>
          <ac:picMkLst>
            <pc:docMk/>
            <pc:sldMk cId="1254548673" sldId="286"/>
            <ac:picMk id="2" creationId="{DC76B276-9F08-4F5D-8318-D885C16EB02D}"/>
          </ac:picMkLst>
        </pc:picChg>
        <pc:picChg chg="add mod">
          <ac:chgData name="PERCY GUZMAN HENRY ARMANDO" userId="a8ae7ba2-e6b3-4c8d-ac6e-002680fa3ab8" providerId="ADAL" clId="{10F39FB7-6C83-4374-BA7C-FEC4D8CEAEBD}" dt="2022-11-04T19:27:10.161" v="184" actId="14100"/>
          <ac:picMkLst>
            <pc:docMk/>
            <pc:sldMk cId="1254548673" sldId="286"/>
            <ac:picMk id="3" creationId="{E5FD308D-9207-4509-92E1-169B08359D4C}"/>
          </ac:picMkLst>
        </pc:picChg>
      </pc:sldChg>
      <pc:sldChg chg="addSp delSp modSp add">
        <pc:chgData name="PERCY GUZMAN HENRY ARMANDO" userId="a8ae7ba2-e6b3-4c8d-ac6e-002680fa3ab8" providerId="ADAL" clId="{10F39FB7-6C83-4374-BA7C-FEC4D8CEAEBD}" dt="2022-11-04T19:28:01.874" v="196" actId="1076"/>
        <pc:sldMkLst>
          <pc:docMk/>
          <pc:sldMk cId="2119617828" sldId="287"/>
        </pc:sldMkLst>
        <pc:spChg chg="mod">
          <ac:chgData name="PERCY GUZMAN HENRY ARMANDO" userId="a8ae7ba2-e6b3-4c8d-ac6e-002680fa3ab8" providerId="ADAL" clId="{10F39FB7-6C83-4374-BA7C-FEC4D8CEAEBD}" dt="2022-11-04T19:27:24.402" v="186"/>
          <ac:spMkLst>
            <pc:docMk/>
            <pc:sldMk cId="2119617828" sldId="287"/>
            <ac:spMk id="97" creationId="{00000000-0000-0000-0000-000000000000}"/>
          </ac:spMkLst>
        </pc:spChg>
        <pc:picChg chg="add mod">
          <ac:chgData name="PERCY GUZMAN HENRY ARMANDO" userId="a8ae7ba2-e6b3-4c8d-ac6e-002680fa3ab8" providerId="ADAL" clId="{10F39FB7-6C83-4374-BA7C-FEC4D8CEAEBD}" dt="2022-11-04T19:27:46.067" v="192" actId="1076"/>
          <ac:picMkLst>
            <pc:docMk/>
            <pc:sldMk cId="2119617828" sldId="287"/>
            <ac:picMk id="2" creationId="{BE1B7EBB-EAD8-4EE6-8A0C-0CEDF854D337}"/>
          </ac:picMkLst>
        </pc:picChg>
        <pc:picChg chg="del">
          <ac:chgData name="PERCY GUZMAN HENRY ARMANDO" userId="a8ae7ba2-e6b3-4c8d-ac6e-002680fa3ab8" providerId="ADAL" clId="{10F39FB7-6C83-4374-BA7C-FEC4D8CEAEBD}" dt="2022-11-04T19:27:28.473" v="188" actId="478"/>
          <ac:picMkLst>
            <pc:docMk/>
            <pc:sldMk cId="2119617828" sldId="287"/>
            <ac:picMk id="3" creationId="{3DDAF0F0-1043-4EF9-A8F8-FE72EA422E18}"/>
          </ac:picMkLst>
        </pc:picChg>
        <pc:picChg chg="del">
          <ac:chgData name="PERCY GUZMAN HENRY ARMANDO" userId="a8ae7ba2-e6b3-4c8d-ac6e-002680fa3ab8" providerId="ADAL" clId="{10F39FB7-6C83-4374-BA7C-FEC4D8CEAEBD}" dt="2022-11-04T19:27:27.930" v="187" actId="478"/>
          <ac:picMkLst>
            <pc:docMk/>
            <pc:sldMk cId="2119617828" sldId="287"/>
            <ac:picMk id="4" creationId="{4DD02D51-2DD4-4346-AD54-BE93C7A99678}"/>
          </ac:picMkLst>
        </pc:picChg>
        <pc:picChg chg="add mod">
          <ac:chgData name="PERCY GUZMAN HENRY ARMANDO" userId="a8ae7ba2-e6b3-4c8d-ac6e-002680fa3ab8" providerId="ADAL" clId="{10F39FB7-6C83-4374-BA7C-FEC4D8CEAEBD}" dt="2022-11-04T19:28:01.874" v="196" actId="1076"/>
          <ac:picMkLst>
            <pc:docMk/>
            <pc:sldMk cId="2119617828" sldId="287"/>
            <ac:picMk id="5" creationId="{6825671E-0E10-4239-9B37-E0763CB716F0}"/>
          </ac:picMkLst>
        </pc:picChg>
      </pc:sldChg>
      <pc:sldChg chg="addSp delSp modSp add">
        <pc:chgData name="PERCY GUZMAN HENRY ARMANDO" userId="a8ae7ba2-e6b3-4c8d-ac6e-002680fa3ab8" providerId="ADAL" clId="{10F39FB7-6C83-4374-BA7C-FEC4D8CEAEBD}" dt="2022-11-04T19:28:50.666" v="203" actId="1076"/>
        <pc:sldMkLst>
          <pc:docMk/>
          <pc:sldMk cId="3693196757" sldId="288"/>
        </pc:sldMkLst>
        <pc:picChg chg="add mod">
          <ac:chgData name="PERCY GUZMAN HENRY ARMANDO" userId="a8ae7ba2-e6b3-4c8d-ac6e-002680fa3ab8" providerId="ADAL" clId="{10F39FB7-6C83-4374-BA7C-FEC4D8CEAEBD}" dt="2022-11-04T19:28:50.666" v="203" actId="1076"/>
          <ac:picMkLst>
            <pc:docMk/>
            <pc:sldMk cId="3693196757" sldId="288"/>
            <ac:picMk id="2" creationId="{6A7B8002-7948-4A78-9B9F-67A9454F80EE}"/>
          </ac:picMkLst>
        </pc:picChg>
        <pc:picChg chg="del">
          <ac:chgData name="PERCY GUZMAN HENRY ARMANDO" userId="a8ae7ba2-e6b3-4c8d-ac6e-002680fa3ab8" providerId="ADAL" clId="{10F39FB7-6C83-4374-BA7C-FEC4D8CEAEBD}" dt="2022-11-04T19:28:32.586" v="198" actId="478"/>
          <ac:picMkLst>
            <pc:docMk/>
            <pc:sldMk cId="3693196757" sldId="288"/>
            <ac:picMk id="3" creationId="{E5FD308D-9207-4509-92E1-169B08359D4C}"/>
          </ac:picMkLst>
        </pc:picChg>
      </pc:sldChg>
      <pc:sldChg chg="modSp add">
        <pc:chgData name="PERCY GUZMAN HENRY ARMANDO" userId="a8ae7ba2-e6b3-4c8d-ac6e-002680fa3ab8" providerId="ADAL" clId="{10F39FB7-6C83-4374-BA7C-FEC4D8CEAEBD}" dt="2022-11-04T19:29:39.566" v="215" actId="404"/>
        <pc:sldMkLst>
          <pc:docMk/>
          <pc:sldMk cId="3971996618" sldId="289"/>
        </pc:sldMkLst>
        <pc:spChg chg="mod">
          <ac:chgData name="PERCY GUZMAN HENRY ARMANDO" userId="a8ae7ba2-e6b3-4c8d-ac6e-002680fa3ab8" providerId="ADAL" clId="{10F39FB7-6C83-4374-BA7C-FEC4D8CEAEBD}" dt="2022-11-04T19:29:39.566" v="215" actId="404"/>
          <ac:spMkLst>
            <pc:docMk/>
            <pc:sldMk cId="3971996618" sldId="289"/>
            <ac:spMk id="97" creationId="{00000000-0000-0000-0000-000000000000}"/>
          </ac:spMkLst>
        </pc:spChg>
      </pc:sldChg>
      <pc:sldChg chg="addSp delSp modSp add">
        <pc:chgData name="PERCY GUZMAN HENRY ARMANDO" userId="a8ae7ba2-e6b3-4c8d-ac6e-002680fa3ab8" providerId="ADAL" clId="{10F39FB7-6C83-4374-BA7C-FEC4D8CEAEBD}" dt="2022-11-04T19:30:43.181" v="230" actId="14100"/>
        <pc:sldMkLst>
          <pc:docMk/>
          <pc:sldMk cId="209876868" sldId="290"/>
        </pc:sldMkLst>
        <pc:spChg chg="mod">
          <ac:chgData name="PERCY GUZMAN HENRY ARMANDO" userId="a8ae7ba2-e6b3-4c8d-ac6e-002680fa3ab8" providerId="ADAL" clId="{10F39FB7-6C83-4374-BA7C-FEC4D8CEAEBD}" dt="2022-11-04T19:30:12.225" v="221" actId="5793"/>
          <ac:spMkLst>
            <pc:docMk/>
            <pc:sldMk cId="209876868" sldId="290"/>
            <ac:spMk id="97" creationId="{00000000-0000-0000-0000-000000000000}"/>
          </ac:spMkLst>
        </pc:spChg>
        <pc:picChg chg="add mod">
          <ac:chgData name="PERCY GUZMAN HENRY ARMANDO" userId="a8ae7ba2-e6b3-4c8d-ac6e-002680fa3ab8" providerId="ADAL" clId="{10F39FB7-6C83-4374-BA7C-FEC4D8CEAEBD}" dt="2022-11-04T19:30:26.204" v="227" actId="1076"/>
          <ac:picMkLst>
            <pc:docMk/>
            <pc:sldMk cId="209876868" sldId="290"/>
            <ac:picMk id="2" creationId="{45F8302B-B631-481A-B4D8-8D250F7F25D1}"/>
          </ac:picMkLst>
        </pc:picChg>
        <pc:picChg chg="del">
          <ac:chgData name="PERCY GUZMAN HENRY ARMANDO" userId="a8ae7ba2-e6b3-4c8d-ac6e-002680fa3ab8" providerId="ADAL" clId="{10F39FB7-6C83-4374-BA7C-FEC4D8CEAEBD}" dt="2022-11-04T19:30:14.346" v="223" actId="478"/>
          <ac:picMkLst>
            <pc:docMk/>
            <pc:sldMk cId="209876868" sldId="290"/>
            <ac:picMk id="3" creationId="{3DDAF0F0-1043-4EF9-A8F8-FE72EA422E18}"/>
          </ac:picMkLst>
        </pc:picChg>
        <pc:picChg chg="del">
          <ac:chgData name="PERCY GUZMAN HENRY ARMANDO" userId="a8ae7ba2-e6b3-4c8d-ac6e-002680fa3ab8" providerId="ADAL" clId="{10F39FB7-6C83-4374-BA7C-FEC4D8CEAEBD}" dt="2022-11-04T19:30:13.900" v="222" actId="478"/>
          <ac:picMkLst>
            <pc:docMk/>
            <pc:sldMk cId="209876868" sldId="290"/>
            <ac:picMk id="4" creationId="{4DD02D51-2DD4-4346-AD54-BE93C7A99678}"/>
          </ac:picMkLst>
        </pc:picChg>
        <pc:picChg chg="add mod">
          <ac:chgData name="PERCY GUZMAN HENRY ARMANDO" userId="a8ae7ba2-e6b3-4c8d-ac6e-002680fa3ab8" providerId="ADAL" clId="{10F39FB7-6C83-4374-BA7C-FEC4D8CEAEBD}" dt="2022-11-04T19:30:43.181" v="230" actId="14100"/>
          <ac:picMkLst>
            <pc:docMk/>
            <pc:sldMk cId="209876868" sldId="290"/>
            <ac:picMk id="5" creationId="{8BF08747-3EAA-45AC-A9E3-2D9FFC456AB0}"/>
          </ac:picMkLst>
        </pc:picChg>
      </pc:sldChg>
      <pc:sldChg chg="addSp delSp modSp add">
        <pc:chgData name="PERCY GUZMAN HENRY ARMANDO" userId="a8ae7ba2-e6b3-4c8d-ac6e-002680fa3ab8" providerId="ADAL" clId="{10F39FB7-6C83-4374-BA7C-FEC4D8CEAEBD}" dt="2022-11-04T19:33:38.781" v="243" actId="1076"/>
        <pc:sldMkLst>
          <pc:docMk/>
          <pc:sldMk cId="3180478845" sldId="291"/>
        </pc:sldMkLst>
        <pc:spChg chg="mod">
          <ac:chgData name="PERCY GUZMAN HENRY ARMANDO" userId="a8ae7ba2-e6b3-4c8d-ac6e-002680fa3ab8" providerId="ADAL" clId="{10F39FB7-6C83-4374-BA7C-FEC4D8CEAEBD}" dt="2022-11-04T19:33:12.253" v="234" actId="14100"/>
          <ac:spMkLst>
            <pc:docMk/>
            <pc:sldMk cId="3180478845" sldId="291"/>
            <ac:spMk id="97" creationId="{00000000-0000-0000-0000-000000000000}"/>
          </ac:spMkLst>
        </pc:spChg>
        <pc:picChg chg="del">
          <ac:chgData name="PERCY GUZMAN HENRY ARMANDO" userId="a8ae7ba2-e6b3-4c8d-ac6e-002680fa3ab8" providerId="ADAL" clId="{10F39FB7-6C83-4374-BA7C-FEC4D8CEAEBD}" dt="2022-11-04T19:33:14.331" v="235" actId="478"/>
          <ac:picMkLst>
            <pc:docMk/>
            <pc:sldMk cId="3180478845" sldId="291"/>
            <ac:picMk id="2" creationId="{45F8302B-B631-481A-B4D8-8D250F7F25D1}"/>
          </ac:picMkLst>
        </pc:picChg>
        <pc:picChg chg="add mod">
          <ac:chgData name="PERCY GUZMAN HENRY ARMANDO" userId="a8ae7ba2-e6b3-4c8d-ac6e-002680fa3ab8" providerId="ADAL" clId="{10F39FB7-6C83-4374-BA7C-FEC4D8CEAEBD}" dt="2022-11-04T19:33:27.893" v="239" actId="14100"/>
          <ac:picMkLst>
            <pc:docMk/>
            <pc:sldMk cId="3180478845" sldId="291"/>
            <ac:picMk id="3" creationId="{492B1EC5-C49A-4D94-87FE-3198C0F603B7}"/>
          </ac:picMkLst>
        </pc:picChg>
        <pc:picChg chg="add mod">
          <ac:chgData name="PERCY GUZMAN HENRY ARMANDO" userId="a8ae7ba2-e6b3-4c8d-ac6e-002680fa3ab8" providerId="ADAL" clId="{10F39FB7-6C83-4374-BA7C-FEC4D8CEAEBD}" dt="2022-11-04T19:33:38.781" v="243" actId="1076"/>
          <ac:picMkLst>
            <pc:docMk/>
            <pc:sldMk cId="3180478845" sldId="291"/>
            <ac:picMk id="4" creationId="{47E78D7A-3112-4CEF-B275-A68F6973DAA4}"/>
          </ac:picMkLst>
        </pc:picChg>
        <pc:picChg chg="del">
          <ac:chgData name="PERCY GUZMAN HENRY ARMANDO" userId="a8ae7ba2-e6b3-4c8d-ac6e-002680fa3ab8" providerId="ADAL" clId="{10F39FB7-6C83-4374-BA7C-FEC4D8CEAEBD}" dt="2022-11-04T19:33:15.196" v="236" actId="478"/>
          <ac:picMkLst>
            <pc:docMk/>
            <pc:sldMk cId="3180478845" sldId="291"/>
            <ac:picMk id="5" creationId="{8BF08747-3EAA-45AC-A9E3-2D9FFC456AB0}"/>
          </ac:picMkLst>
        </pc:pic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7-02T17:08:49.152"/>
    </inkml:context>
    <inkml:brush xml:id="br0">
      <inkml:brushProperty name="width" value="0.1" units="cm"/>
      <inkml:brushProperty name="height" value="0.2" units="cm"/>
      <inkml:brushProperty name="color" value="#00F900"/>
      <inkml:brushProperty name="tip" value="rectangle"/>
      <inkml:brushProperty name="rasterOp" value="maskPen"/>
      <inkml:brushProperty name="ignorePressure" value="1"/>
    </inkml:brush>
  </inkml:definitions>
  <inkml:trace contextRef="#ctx0" brushRef="#br0">1 1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7-02T17:08:49.557"/>
    </inkml:context>
    <inkml:brush xml:id="br0">
      <inkml:brushProperty name="width" value="0.1" units="cm"/>
      <inkml:brushProperty name="height" value="0.2" units="cm"/>
      <inkml:brushProperty name="color" value="#00F900"/>
      <inkml:brushProperty name="tip" value="rectangle"/>
      <inkml:brushProperty name="rasterOp" value="maskPen"/>
      <inkml:brushProperty name="ignorePressure" value="1"/>
    </inkml:brush>
  </inkml:definitions>
  <inkml:trace contextRef="#ctx0" brushRef="#br0">1 1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7-02T17:09:32.557"/>
    </inkml:context>
    <inkml:brush xml:id="br0">
      <inkml:brushProperty name="width" value="0.1" units="cm"/>
      <inkml:brushProperty name="height" value="0.2" units="cm"/>
      <inkml:brushProperty name="color" value="#00F900"/>
      <inkml:brushProperty name="tip" value="rectangle"/>
      <inkml:brushProperty name="rasterOp" value="maskPen"/>
      <inkml:brushProperty name="ignorePressure" value="1"/>
    </inkml:brush>
  </inkml:definitions>
  <inkml:trace contextRef="#ctx0" brushRef="#br0">1003 1,'-5'0,"-8"0,-12 4,-1 6,-8 0,-3 0,-7-3,-13 2,-17-1,-4 7,-14 0,-7-1,9 0,3-2,8 5,14 0,9 1,15-3</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7-02T17:10:36.589"/>
    </inkml:context>
    <inkml:brush xml:id="br0">
      <inkml:brushProperty name="width" value="0.1" units="cm"/>
      <inkml:brushProperty name="height" value="0.2" units="cm"/>
      <inkml:brushProperty name="color" value="#00F900"/>
      <inkml:brushProperty name="tip" value="rectangle"/>
      <inkml:brushProperty name="rasterOp" value="maskPen"/>
      <inkml:brushProperty name="ignorePressure" value="1"/>
    </inkml:brush>
  </inkml:definitions>
  <inkml:trace contextRef="#ctx0" brushRef="#br0">1 1,'0'1,"1"0,-1 0,1 0,-1 0,1 0,-1 0,1 0,0 0,-1-1,1 1,0 0,0 0,-1 0,1-1,0 1,0 0,0-1,0 1,0-1,0 0,0 1,0-1,0 0,1 1,-1-1,0 0,0 0,2 0,40 4,-34-4,571 4,75 4,190 88,73 4,-75-81,81 5,287-4,-795-22,-382 2,-6 1,-1 0,0-2,1-1,-1-2,0 0,0-2,43-15,251-142,-321 163,29-20,-29 20,0-1,1 1,-1 0,0-1,1 1,-1-1,0 1,1 0,-1-1,0 1,0-1,1 1,-1-1,0 1,0-1,0 1,0-1,0 1,0-1,0 1,0-1,0 1,0-1,0 1,0-1,0 1,0-1,0 1,0-1,-1 1,1-1,0 1,0-1,-1 1,1 0,0-1,0 1,-1-1,1 1,-1 0,1-1,0 1,-1 0,1-1,-1 1,1 0,-1 0,1 0,0-1,-1 1,1 0,-1 0,1 0,-1 0,1 0,-1 0,0 0,1 0,-1 0,1 0,-1 0,-30-5,-1 1,1 2,-1 1,-46 4,3-1,-4250 4,2473-8,1574 15,-3 0,236-13</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7-02T17:10:39.898"/>
    </inkml:context>
    <inkml:brush xml:id="br0">
      <inkml:brushProperty name="width" value="0.5" units="cm"/>
      <inkml:brushProperty name="height" value="1" units="cm"/>
      <inkml:brushProperty name="color" value="#00F900"/>
      <inkml:brushProperty name="tip" value="rectangle"/>
      <inkml:brushProperty name="rasterOp" value="maskPen"/>
      <inkml:brushProperty name="ignorePressure" value="1"/>
    </inkml:brush>
  </inkml:definitions>
  <inkml:trace contextRef="#ctx0" brushRef="#br0">1 0,'8'0,"7"0,1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7-02T17:10:41.293"/>
    </inkml:context>
    <inkml:brush xml:id="br0">
      <inkml:brushProperty name="width" value="0.5" units="cm"/>
      <inkml:brushProperty name="height" value="1" units="cm"/>
      <inkml:brushProperty name="color" value="#00F900"/>
      <inkml:brushProperty name="tip" value="rectangle"/>
      <inkml:brushProperty name="rasterOp" value="maskPen"/>
      <inkml:brushProperty name="ignorePressure" value="1"/>
    </inkml:brush>
  </inkml:definitions>
  <inkml:trace contextRef="#ctx0" brushRef="#br0">0 0,'1'1,"-1"0,1 0,0 0,-1 0,1 0,0 0,0 0,0 0,-1 0,1-1,0 1,0 0,0-1,0 1,0 0,0-1,1 1,-1-1,0 0,0 1,0-1,0 0,2 0,39 8,-29-5,65 9,131 4,-13-2,377 45,-262-17,424 32,527-72,-592-6,-177 7,523-6,-520-45,-242-1,-34 23,-128 16,35-2,-107 10,0-1,0-1,-1 0,24-9,26-5,-39 10,-4 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7-02T17:12:06.368"/>
    </inkml:context>
    <inkml:brush xml:id="br0">
      <inkml:brushProperty name="width" value="0.5" units="cm"/>
      <inkml:brushProperty name="height" value="1" units="cm"/>
      <inkml:brushProperty name="color" value="#00F900"/>
      <inkml:brushProperty name="tip" value="rectangle"/>
      <inkml:brushProperty name="rasterOp" value="maskPen"/>
      <inkml:brushProperty name="ignorePressure" value="1"/>
    </inkml:brush>
  </inkml:definitions>
  <inkml:trace contextRef="#ctx0" brushRef="#br0">0 10,'0'-4,"0"-1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CO"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688750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124502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601397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277998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075073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080692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997344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912390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722231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519412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358272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36135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336853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508620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449249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70445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487431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555676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83984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604252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44831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590195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946840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850309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710998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3324496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537643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4186755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4356960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5701456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235206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0163279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6416469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441916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5"/>
        <p:cNvGrpSpPr/>
        <p:nvPr/>
      </p:nvGrpSpPr>
      <p:grpSpPr>
        <a:xfrm>
          <a:off x="0" y="0"/>
          <a:ext cx="0" cy="0"/>
          <a:chOff x="0" y="0"/>
          <a:chExt cx="0" cy="0"/>
        </a:xfrm>
      </p:grpSpPr>
      <p:sp>
        <p:nvSpPr>
          <p:cNvPr id="16" name="Google Shape;16;p2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1"/>
        <p:cNvGrpSpPr/>
        <p:nvPr/>
      </p:nvGrpSpPr>
      <p:grpSpPr>
        <a:xfrm>
          <a:off x="0" y="0"/>
          <a:ext cx="0" cy="0"/>
          <a:chOff x="0" y="0"/>
          <a:chExt cx="0" cy="0"/>
        </a:xfrm>
      </p:grpSpPr>
      <p:sp>
        <p:nvSpPr>
          <p:cNvPr id="22" name="Google Shape;22;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7"/>
        <p:cNvGrpSpPr/>
        <p:nvPr/>
      </p:nvGrpSpPr>
      <p:grpSpPr>
        <a:xfrm>
          <a:off x="0" y="0"/>
          <a:ext cx="0" cy="0"/>
          <a:chOff x="0" y="0"/>
          <a:chExt cx="0" cy="0"/>
        </a:xfrm>
      </p:grpSpPr>
      <p:sp>
        <p:nvSpPr>
          <p:cNvPr id="28" name="Google Shape;28;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3"/>
        <p:cNvGrpSpPr/>
        <p:nvPr/>
      </p:nvGrpSpPr>
      <p:grpSpPr>
        <a:xfrm>
          <a:off x="0" y="0"/>
          <a:ext cx="0" cy="0"/>
          <a:chOff x="0" y="0"/>
          <a:chExt cx="0" cy="0"/>
        </a:xfrm>
      </p:grpSpPr>
      <p:sp>
        <p:nvSpPr>
          <p:cNvPr id="34" name="Google Shape;3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0"/>
        <p:cNvGrpSpPr/>
        <p:nvPr/>
      </p:nvGrpSpPr>
      <p:grpSpPr>
        <a:xfrm>
          <a:off x="0" y="0"/>
          <a:ext cx="0" cy="0"/>
          <a:chOff x="0" y="0"/>
          <a:chExt cx="0" cy="0"/>
        </a:xfrm>
      </p:grpSpPr>
      <p:sp>
        <p:nvSpPr>
          <p:cNvPr id="41" name="Google Shape;4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9"/>
        <p:cNvGrpSpPr/>
        <p:nvPr/>
      </p:nvGrpSpPr>
      <p:grpSpPr>
        <a:xfrm>
          <a:off x="0" y="0"/>
          <a:ext cx="0" cy="0"/>
          <a:chOff x="0" y="0"/>
          <a:chExt cx="0" cy="0"/>
        </a:xfrm>
      </p:grpSpPr>
      <p:sp>
        <p:nvSpPr>
          <p:cNvPr id="50" name="Google Shape;5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4"/>
        <p:cNvGrpSpPr/>
        <p:nvPr/>
      </p:nvGrpSpPr>
      <p:grpSpPr>
        <a:xfrm>
          <a:off x="0" y="0"/>
          <a:ext cx="0" cy="0"/>
          <a:chOff x="0" y="0"/>
          <a:chExt cx="0" cy="0"/>
        </a:xfrm>
      </p:grpSpPr>
      <p:sp>
        <p:nvSpPr>
          <p:cNvPr id="55" name="Google Shape;5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8"/>
        <p:cNvGrpSpPr/>
        <p:nvPr/>
      </p:nvGrpSpPr>
      <p:grpSpPr>
        <a:xfrm>
          <a:off x="0" y="0"/>
          <a:ext cx="0" cy="0"/>
          <a:chOff x="0" y="0"/>
          <a:chExt cx="0" cy="0"/>
        </a:xfrm>
      </p:grpSpPr>
      <p:sp>
        <p:nvSpPr>
          <p:cNvPr id="59" name="Google Shape;5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5"/>
        <p:cNvGrpSpPr/>
        <p:nvPr/>
      </p:nvGrpSpPr>
      <p:grpSpPr>
        <a:xfrm>
          <a:off x="0" y="0"/>
          <a:ext cx="0" cy="0"/>
          <a:chOff x="0" y="0"/>
          <a:chExt cx="0" cy="0"/>
        </a:xfrm>
      </p:grpSpPr>
      <p:sp>
        <p:nvSpPr>
          <p:cNvPr id="66" name="Google Shape;6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30"/>
          <p:cNvSpPr>
            <a:spLocks noGrp="1"/>
          </p:cNvSpPr>
          <p:nvPr>
            <p:ph type="pic" idx="2"/>
          </p:nvPr>
        </p:nvSpPr>
        <p:spPr>
          <a:xfrm>
            <a:off x="5183188" y="987425"/>
            <a:ext cx="6172200" cy="4873625"/>
          </a:xfrm>
          <a:prstGeom prst="rect">
            <a:avLst/>
          </a:prstGeom>
          <a:noFill/>
          <a:ln>
            <a:noFill/>
          </a:ln>
        </p:spPr>
      </p:sp>
      <p:sp>
        <p:nvSpPr>
          <p:cNvPr id="68" name="Google Shape;6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2"/>
        <p:cNvGrpSpPr/>
        <p:nvPr/>
      </p:nvGrpSpPr>
      <p:grpSpPr>
        <a:xfrm>
          <a:off x="0" y="0"/>
          <a:ext cx="0" cy="0"/>
          <a:chOff x="0" y="0"/>
          <a:chExt cx="0" cy="0"/>
        </a:xfrm>
      </p:grpSpPr>
      <p:sp>
        <p:nvSpPr>
          <p:cNvPr id="73" name="Google Shape;7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8"/>
        <p:cNvGrpSpPr/>
        <p:nvPr/>
      </p:nvGrpSpPr>
      <p:grpSpPr>
        <a:xfrm>
          <a:off x="0" y="0"/>
          <a:ext cx="0" cy="0"/>
          <a:chOff x="0" y="0"/>
          <a:chExt cx="0" cy="0"/>
        </a:xfrm>
      </p:grpSpPr>
      <p:sp>
        <p:nvSpPr>
          <p:cNvPr id="79" name="Google Shape;7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Shape 9"/>
        <p:cNvGrpSpPr/>
        <p:nvPr/>
      </p:nvGrpSpPr>
      <p:grpSpPr>
        <a:xfrm>
          <a:off x="0" y="0"/>
          <a:ext cx="0" cy="0"/>
          <a:chOff x="0" y="0"/>
          <a:chExt cx="0" cy="0"/>
        </a:xfrm>
      </p:grpSpPr>
      <p:sp>
        <p:nvSpPr>
          <p:cNvPr id="10" name="Google Shape;10;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customXml" Target="../ink/ink2.xml"/><Relationship Id="rId5" Type="http://schemas.openxmlformats.org/officeDocument/2006/relationships/image" Target="../media/image29.png"/><Relationship Id="rId4" Type="http://schemas.openxmlformats.org/officeDocument/2006/relationships/customXml" Target="../ink/ink1.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customXml" Target="../ink/ink3.xml"/></Relationships>
</file>

<file path=ppt/slides/_rels/slide29.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2.png"/><Relationship Id="rId7" Type="http://schemas.openxmlformats.org/officeDocument/2006/relationships/customXml" Target="../ink/ink5.xm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customXml" Target="../ink/ink4.xml"/><Relationship Id="rId10" Type="http://schemas.openxmlformats.org/officeDocument/2006/relationships/image" Target="../media/image36.png"/><Relationship Id="rId4" Type="http://schemas.openxmlformats.org/officeDocument/2006/relationships/image" Target="../media/image33.png"/><Relationship Id="rId9" Type="http://schemas.openxmlformats.org/officeDocument/2006/relationships/customXml" Target="../ink/ink6.xml"/></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3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3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Calibri"/>
              <a:buNone/>
            </a:pPr>
            <a:r>
              <a:rPr lang="es-CO" dirty="0"/>
              <a:t>OPTIMIZACIÓN</a:t>
            </a:r>
            <a:endParaRPr dirty="0"/>
          </a:p>
        </p:txBody>
      </p:sp>
      <p:sp>
        <p:nvSpPr>
          <p:cNvPr id="89" name="Google Shape;89;p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s-CO" dirty="0"/>
              <a:t>ANÁLISIS DE SENSIBILIDAD</a:t>
            </a:r>
            <a:endParaRPr dirty="0"/>
          </a:p>
        </p:txBody>
      </p:sp>
      <p:sp>
        <p:nvSpPr>
          <p:cNvPr id="91" name="Google Shape;91;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ANÁLISIS DE SENSIBILIDAD</a:t>
            </a:r>
          </a:p>
        </p:txBody>
      </p:sp>
      <p:sp>
        <p:nvSpPr>
          <p:cNvPr id="97" name="Google Shape;97;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800"/>
            </a:pPr>
            <a:r>
              <a:rPr lang="es-ES" dirty="0"/>
              <a:t>Cambio en la disponibilidad de recursos. </a:t>
            </a:r>
          </a:p>
          <a:p>
            <a:pPr marL="228600" indent="-228600">
              <a:spcBef>
                <a:spcPts val="0"/>
              </a:spcBef>
              <a:buSzPts val="2800"/>
            </a:pPr>
            <a:r>
              <a:rPr lang="es-ES" dirty="0"/>
              <a:t>Cambio en precios, utilidades o costos unitarios. </a:t>
            </a:r>
          </a:p>
          <a:p>
            <a:pPr marL="228600" indent="-228600">
              <a:spcBef>
                <a:spcPts val="0"/>
              </a:spcBef>
              <a:buSzPts val="2800"/>
            </a:pPr>
            <a:r>
              <a:rPr lang="es-ES" dirty="0"/>
              <a:t>Cambio en la asignación unitaria de recursos. </a:t>
            </a:r>
          </a:p>
          <a:p>
            <a:pPr marL="228600" indent="-228600">
              <a:spcBef>
                <a:spcPts val="0"/>
              </a:spcBef>
              <a:buSzPts val="2800"/>
            </a:pPr>
            <a:r>
              <a:rPr lang="es-ES" dirty="0"/>
              <a:t>Adición de nuevas restricciones. </a:t>
            </a:r>
          </a:p>
          <a:p>
            <a:pPr marL="228600" indent="-228600">
              <a:spcBef>
                <a:spcPts val="0"/>
              </a:spcBef>
              <a:buSzPts val="2800"/>
            </a:pPr>
            <a:r>
              <a:rPr lang="es-ES" dirty="0"/>
              <a:t>Adición de nuevos productos o actividades</a:t>
            </a:r>
            <a:endParaRPr dirty="0"/>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ANÁLISIS DE SENSIBILIDAD</a:t>
            </a:r>
          </a:p>
        </p:txBody>
      </p:sp>
      <p:sp>
        <p:nvSpPr>
          <p:cNvPr id="97" name="Google Shape;97;p2"/>
          <p:cNvSpPr txBox="1">
            <a:spLocks noGrp="1"/>
          </p:cNvSpPr>
          <p:nvPr>
            <p:ph type="body" idx="1"/>
          </p:nvPr>
        </p:nvSpPr>
        <p:spPr>
          <a:xfrm>
            <a:off x="411480" y="1769286"/>
            <a:ext cx="11498580" cy="4580714"/>
          </a:xfrm>
          <a:prstGeom prst="rect">
            <a:avLst/>
          </a:prstGeom>
          <a:noFill/>
          <a:ln>
            <a:noFill/>
          </a:ln>
        </p:spPr>
        <p:txBody>
          <a:bodyPr spcFirstLastPara="1" wrap="square" lIns="91425" tIns="45700" rIns="91425" bIns="45700" anchor="t" anchorCtr="0">
            <a:normAutofit lnSpcReduction="10000"/>
          </a:bodyPr>
          <a:lstStyle/>
          <a:p>
            <a:pPr marL="228600" lvl="0" indent="-228600">
              <a:spcBef>
                <a:spcPts val="0"/>
              </a:spcBef>
              <a:buSzPts val="2800"/>
            </a:pPr>
            <a:r>
              <a:rPr lang="es-ES" dirty="0"/>
              <a:t>Una compañía especializada en ornamentación llamada “Puro Hierro” se dedica a la fabricación de puertas, rejas y ventanas; productos para los cuales ha establecido una utilidad de $6, $2 y $5 por unidad respectivamente. Para la manufacturación de dichos artículos la empresa cuenta con una disponibilidad semanal de 300 metros de lámina, 400 metros de ángulo y 240 metros de tubo. Además, se sabe que para producir una puerta se requieren 3 metros de lámina, 2 metros de ángulo y 2 metros de tubo; para producir una reja se necesitan 5 metros de lámina, 4 metros de ángulo y 3 metros de tubo; mientras que, para producir una ventana se requieren 2 metros de lámina, 5 metros de ángulo y un metro de tubo. ¿Qué cantidad de cada uno de los artículos se debe fabricar para que la compañía “PURO HIERRO” obtenga la máxima utilidad posible</a:t>
            </a:r>
            <a:endParaRPr dirty="0"/>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3</a:t>
            </a:fld>
            <a:endParaRPr/>
          </a:p>
        </p:txBody>
      </p:sp>
    </p:spTree>
    <p:extLst>
      <p:ext uri="{BB962C8B-B14F-4D97-AF65-F5344CB8AC3E}">
        <p14:creationId xmlns:p14="http://schemas.microsoft.com/office/powerpoint/2010/main" val="34586654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ANÁLISIS DE SENSIBILIDAD</a:t>
            </a:r>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4</a:t>
            </a:fld>
            <a:endParaRPr/>
          </a:p>
        </p:txBody>
      </p:sp>
      <p:pic>
        <p:nvPicPr>
          <p:cNvPr id="4" name="Imagen 3">
            <a:extLst>
              <a:ext uri="{FF2B5EF4-FFF2-40B4-BE49-F238E27FC236}">
                <a16:creationId xmlns:a16="http://schemas.microsoft.com/office/drawing/2014/main" id="{D20A5A44-8299-40CE-B807-981DC7518C65}"/>
              </a:ext>
            </a:extLst>
          </p:cNvPr>
          <p:cNvPicPr>
            <a:picLocks noChangeAspect="1"/>
          </p:cNvPicPr>
          <p:nvPr/>
        </p:nvPicPr>
        <p:blipFill>
          <a:blip r:embed="rId3"/>
          <a:stretch>
            <a:fillRect/>
          </a:stretch>
        </p:blipFill>
        <p:spPr>
          <a:xfrm>
            <a:off x="2514506" y="1690688"/>
            <a:ext cx="6096094" cy="1486852"/>
          </a:xfrm>
          <a:prstGeom prst="rect">
            <a:avLst/>
          </a:prstGeom>
        </p:spPr>
      </p:pic>
      <p:pic>
        <p:nvPicPr>
          <p:cNvPr id="5" name="Imagen 4">
            <a:extLst>
              <a:ext uri="{FF2B5EF4-FFF2-40B4-BE49-F238E27FC236}">
                <a16:creationId xmlns:a16="http://schemas.microsoft.com/office/drawing/2014/main" id="{C7E60835-FBE8-4E66-B60E-3538AEFB68BB}"/>
              </a:ext>
            </a:extLst>
          </p:cNvPr>
          <p:cNvPicPr>
            <a:picLocks noChangeAspect="1"/>
          </p:cNvPicPr>
          <p:nvPr/>
        </p:nvPicPr>
        <p:blipFill>
          <a:blip r:embed="rId4"/>
          <a:stretch>
            <a:fillRect/>
          </a:stretch>
        </p:blipFill>
        <p:spPr>
          <a:xfrm>
            <a:off x="2901186" y="3300050"/>
            <a:ext cx="5322734" cy="2933790"/>
          </a:xfrm>
          <a:prstGeom prst="rect">
            <a:avLst/>
          </a:prstGeom>
        </p:spPr>
      </p:pic>
    </p:spTree>
    <p:extLst>
      <p:ext uri="{BB962C8B-B14F-4D97-AF65-F5344CB8AC3E}">
        <p14:creationId xmlns:p14="http://schemas.microsoft.com/office/powerpoint/2010/main" val="20933656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ANÁLISIS DE SENSIBILIDAD</a:t>
            </a:r>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5</a:t>
            </a:fld>
            <a:endParaRPr/>
          </a:p>
        </p:txBody>
      </p:sp>
      <p:pic>
        <p:nvPicPr>
          <p:cNvPr id="2" name="Imagen 1">
            <a:extLst>
              <a:ext uri="{FF2B5EF4-FFF2-40B4-BE49-F238E27FC236}">
                <a16:creationId xmlns:a16="http://schemas.microsoft.com/office/drawing/2014/main" id="{E33C8FFE-536D-4EA7-901A-C5F30F453961}"/>
              </a:ext>
            </a:extLst>
          </p:cNvPr>
          <p:cNvPicPr>
            <a:picLocks noChangeAspect="1"/>
          </p:cNvPicPr>
          <p:nvPr/>
        </p:nvPicPr>
        <p:blipFill>
          <a:blip r:embed="rId3"/>
          <a:stretch>
            <a:fillRect/>
          </a:stretch>
        </p:blipFill>
        <p:spPr>
          <a:xfrm>
            <a:off x="1082393" y="-209862"/>
            <a:ext cx="9019729" cy="6006273"/>
          </a:xfrm>
          <a:prstGeom prst="rect">
            <a:avLst/>
          </a:prstGeom>
        </p:spPr>
      </p:pic>
      <p:sp>
        <p:nvSpPr>
          <p:cNvPr id="3" name="Rectángulo 2">
            <a:extLst>
              <a:ext uri="{FF2B5EF4-FFF2-40B4-BE49-F238E27FC236}">
                <a16:creationId xmlns:a16="http://schemas.microsoft.com/office/drawing/2014/main" id="{C3D6C490-405F-4905-ACFB-1CE9DBF63EC9}"/>
              </a:ext>
            </a:extLst>
          </p:cNvPr>
          <p:cNvSpPr/>
          <p:nvPr/>
        </p:nvSpPr>
        <p:spPr>
          <a:xfrm>
            <a:off x="5091953" y="3586673"/>
            <a:ext cx="2286000" cy="2031037"/>
          </a:xfrm>
          <a:prstGeom prst="rect">
            <a:avLst/>
          </a:prstGeom>
          <a:noFill/>
          <a:ln w="76200">
            <a:solidFill>
              <a:schemeClr val="accent2">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s-CO"/>
          </a:p>
        </p:txBody>
      </p:sp>
    </p:spTree>
    <p:extLst>
      <p:ext uri="{BB962C8B-B14F-4D97-AF65-F5344CB8AC3E}">
        <p14:creationId xmlns:p14="http://schemas.microsoft.com/office/powerpoint/2010/main" val="42814698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ANÁLISIS DE SENSIBILIDAD</a:t>
            </a:r>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6</a:t>
            </a:fld>
            <a:endParaRPr/>
          </a:p>
        </p:txBody>
      </p:sp>
      <p:pic>
        <p:nvPicPr>
          <p:cNvPr id="3" name="Imagen 2">
            <a:extLst>
              <a:ext uri="{FF2B5EF4-FFF2-40B4-BE49-F238E27FC236}">
                <a16:creationId xmlns:a16="http://schemas.microsoft.com/office/drawing/2014/main" id="{6A3B208D-BF9E-4800-B1C4-BD650D0E2D2D}"/>
              </a:ext>
            </a:extLst>
          </p:cNvPr>
          <p:cNvPicPr>
            <a:picLocks noChangeAspect="1"/>
          </p:cNvPicPr>
          <p:nvPr/>
        </p:nvPicPr>
        <p:blipFill>
          <a:blip r:embed="rId3"/>
          <a:stretch>
            <a:fillRect/>
          </a:stretch>
        </p:blipFill>
        <p:spPr>
          <a:xfrm>
            <a:off x="269340" y="1276457"/>
            <a:ext cx="2142235" cy="2096165"/>
          </a:xfrm>
          <a:prstGeom prst="rect">
            <a:avLst/>
          </a:prstGeom>
        </p:spPr>
      </p:pic>
      <p:pic>
        <p:nvPicPr>
          <p:cNvPr id="4" name="Imagen 3">
            <a:extLst>
              <a:ext uri="{FF2B5EF4-FFF2-40B4-BE49-F238E27FC236}">
                <a16:creationId xmlns:a16="http://schemas.microsoft.com/office/drawing/2014/main" id="{6EA8CDF9-1955-4B14-8CA7-48E392F88C8B}"/>
              </a:ext>
            </a:extLst>
          </p:cNvPr>
          <p:cNvPicPr>
            <a:picLocks noChangeAspect="1"/>
          </p:cNvPicPr>
          <p:nvPr/>
        </p:nvPicPr>
        <p:blipFill>
          <a:blip r:embed="rId4"/>
          <a:stretch>
            <a:fillRect/>
          </a:stretch>
        </p:blipFill>
        <p:spPr>
          <a:xfrm>
            <a:off x="2980435" y="1433283"/>
            <a:ext cx="1867512" cy="1939339"/>
          </a:xfrm>
          <a:prstGeom prst="rect">
            <a:avLst/>
          </a:prstGeom>
        </p:spPr>
      </p:pic>
      <p:pic>
        <p:nvPicPr>
          <p:cNvPr id="5" name="Imagen 4">
            <a:extLst>
              <a:ext uri="{FF2B5EF4-FFF2-40B4-BE49-F238E27FC236}">
                <a16:creationId xmlns:a16="http://schemas.microsoft.com/office/drawing/2014/main" id="{C106E13A-807A-4D6F-BB83-6351F11952BC}"/>
              </a:ext>
            </a:extLst>
          </p:cNvPr>
          <p:cNvPicPr>
            <a:picLocks noChangeAspect="1"/>
          </p:cNvPicPr>
          <p:nvPr/>
        </p:nvPicPr>
        <p:blipFill>
          <a:blip r:embed="rId5"/>
          <a:stretch>
            <a:fillRect/>
          </a:stretch>
        </p:blipFill>
        <p:spPr>
          <a:xfrm>
            <a:off x="5807044" y="1499968"/>
            <a:ext cx="1878288" cy="1674618"/>
          </a:xfrm>
          <a:prstGeom prst="rect">
            <a:avLst/>
          </a:prstGeom>
        </p:spPr>
      </p:pic>
      <p:pic>
        <p:nvPicPr>
          <p:cNvPr id="6" name="Imagen 5">
            <a:extLst>
              <a:ext uri="{FF2B5EF4-FFF2-40B4-BE49-F238E27FC236}">
                <a16:creationId xmlns:a16="http://schemas.microsoft.com/office/drawing/2014/main" id="{76EC2B03-5507-451C-9452-807C84ECACF7}"/>
              </a:ext>
            </a:extLst>
          </p:cNvPr>
          <p:cNvPicPr>
            <a:picLocks noChangeAspect="1"/>
          </p:cNvPicPr>
          <p:nvPr/>
        </p:nvPicPr>
        <p:blipFill>
          <a:blip r:embed="rId6"/>
          <a:stretch>
            <a:fillRect/>
          </a:stretch>
        </p:blipFill>
        <p:spPr>
          <a:xfrm>
            <a:off x="8972679" y="1309248"/>
            <a:ext cx="2051999" cy="1674618"/>
          </a:xfrm>
          <a:prstGeom prst="rect">
            <a:avLst/>
          </a:prstGeom>
        </p:spPr>
      </p:pic>
      <p:pic>
        <p:nvPicPr>
          <p:cNvPr id="7" name="Imagen 6">
            <a:extLst>
              <a:ext uri="{FF2B5EF4-FFF2-40B4-BE49-F238E27FC236}">
                <a16:creationId xmlns:a16="http://schemas.microsoft.com/office/drawing/2014/main" id="{0750C104-C42D-4EE0-B0FD-435FBC3EF243}"/>
              </a:ext>
            </a:extLst>
          </p:cNvPr>
          <p:cNvPicPr>
            <a:picLocks noChangeAspect="1"/>
          </p:cNvPicPr>
          <p:nvPr/>
        </p:nvPicPr>
        <p:blipFill>
          <a:blip r:embed="rId7"/>
          <a:stretch>
            <a:fillRect/>
          </a:stretch>
        </p:blipFill>
        <p:spPr>
          <a:xfrm>
            <a:off x="1634162" y="4631751"/>
            <a:ext cx="2692546" cy="712079"/>
          </a:xfrm>
          <a:prstGeom prst="rect">
            <a:avLst/>
          </a:prstGeom>
        </p:spPr>
      </p:pic>
      <p:pic>
        <p:nvPicPr>
          <p:cNvPr id="8" name="Imagen 7">
            <a:extLst>
              <a:ext uri="{FF2B5EF4-FFF2-40B4-BE49-F238E27FC236}">
                <a16:creationId xmlns:a16="http://schemas.microsoft.com/office/drawing/2014/main" id="{AB555557-0EE3-4C72-9F8D-3818F1D5D8A0}"/>
              </a:ext>
            </a:extLst>
          </p:cNvPr>
          <p:cNvPicPr>
            <a:picLocks noChangeAspect="1"/>
          </p:cNvPicPr>
          <p:nvPr/>
        </p:nvPicPr>
        <p:blipFill>
          <a:blip r:embed="rId8"/>
          <a:stretch>
            <a:fillRect/>
          </a:stretch>
        </p:blipFill>
        <p:spPr>
          <a:xfrm>
            <a:off x="7284772" y="3513201"/>
            <a:ext cx="3739906" cy="2949181"/>
          </a:xfrm>
          <a:prstGeom prst="rect">
            <a:avLst/>
          </a:prstGeom>
        </p:spPr>
      </p:pic>
    </p:spTree>
    <p:extLst>
      <p:ext uri="{BB962C8B-B14F-4D97-AF65-F5344CB8AC3E}">
        <p14:creationId xmlns:p14="http://schemas.microsoft.com/office/powerpoint/2010/main" val="4138608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ANÁLISIS DE SENSIBILIDAD</a:t>
            </a:r>
          </a:p>
        </p:txBody>
      </p:sp>
      <p:sp>
        <p:nvSpPr>
          <p:cNvPr id="97" name="Google Shape;97;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800"/>
            </a:pPr>
            <a:r>
              <a:rPr lang="es-ES" dirty="0"/>
              <a:t>CAMBIO EN LA DISPONIBILIDAD DE RECURSOS (Vector b)</a:t>
            </a:r>
          </a:p>
          <a:p>
            <a:pPr marL="685800" lvl="1" indent="-228600">
              <a:spcBef>
                <a:spcPts val="0"/>
              </a:spcBef>
              <a:buSzPts val="2800"/>
            </a:pPr>
            <a:r>
              <a:rPr lang="es-ES" dirty="0"/>
              <a:t>Un cambio en el vector de disponibilidad de recursos, indica que hay un nuevo vector b</a:t>
            </a:r>
            <a:r>
              <a:rPr lang="es-CO" dirty="0"/>
              <a:t> (denotado como b*)</a:t>
            </a:r>
          </a:p>
          <a:p>
            <a:pPr marL="685800" lvl="1" indent="-228600">
              <a:spcBef>
                <a:spcPts val="0"/>
              </a:spcBef>
              <a:buSzPts val="2800"/>
            </a:pPr>
            <a:r>
              <a:rPr lang="es-ES" dirty="0"/>
              <a:t>También cambia XB (denotado como XB*)</a:t>
            </a:r>
          </a:p>
          <a:p>
            <a:pPr marL="685800" lvl="1" indent="-228600">
              <a:spcBef>
                <a:spcPts val="0"/>
              </a:spcBef>
              <a:buSzPts val="2800"/>
            </a:pPr>
            <a:r>
              <a:rPr lang="es-ES" dirty="0"/>
              <a:t>Si cambia XB, genera un cambio en el valor de la función objetivo Z (al nuevo llámelo Z*).</a:t>
            </a:r>
          </a:p>
          <a:p>
            <a:pPr marL="685800" lvl="1" indent="-228600">
              <a:spcBef>
                <a:spcPts val="0"/>
              </a:spcBef>
              <a:buSzPts val="2800"/>
            </a:pPr>
            <a:r>
              <a:rPr lang="es-ES" dirty="0"/>
              <a:t>El vector crítico a evaluar es XB*,</a:t>
            </a:r>
            <a:endParaRPr dirty="0"/>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7</a:t>
            </a:fld>
            <a:endParaRPr/>
          </a:p>
        </p:txBody>
      </p:sp>
    </p:spTree>
    <p:extLst>
      <p:ext uri="{BB962C8B-B14F-4D97-AF65-F5344CB8AC3E}">
        <p14:creationId xmlns:p14="http://schemas.microsoft.com/office/powerpoint/2010/main" val="26141432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ANÁLISIS DE SENSIBILIDAD</a:t>
            </a:r>
          </a:p>
        </p:txBody>
      </p:sp>
      <p:sp>
        <p:nvSpPr>
          <p:cNvPr id="97" name="Google Shape;97;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800"/>
            </a:pPr>
            <a:r>
              <a:rPr lang="es-ES" dirty="0"/>
              <a:t>Si X</a:t>
            </a:r>
            <a:r>
              <a:rPr lang="es-ES" sz="2000" dirty="0"/>
              <a:t>B</a:t>
            </a:r>
            <a:r>
              <a:rPr lang="es-ES" dirty="0"/>
              <a:t>* = B</a:t>
            </a:r>
            <a:r>
              <a:rPr lang="es-ES" baseline="30000" dirty="0"/>
              <a:t>-1</a:t>
            </a:r>
            <a:r>
              <a:rPr lang="es-ES" dirty="0"/>
              <a:t>b*≥ 0, indica que este nuevo vector es la solución óptima del nuevo problema; y por lo tanto se debe calcular el nuevo valor de la función objetivo Z*=C</a:t>
            </a:r>
            <a:r>
              <a:rPr lang="es-ES" sz="2000" dirty="0"/>
              <a:t>B</a:t>
            </a:r>
            <a:r>
              <a:rPr lang="es-ES" dirty="0"/>
              <a:t>X</a:t>
            </a:r>
            <a:r>
              <a:rPr lang="es-ES" sz="2000" dirty="0"/>
              <a:t>B</a:t>
            </a:r>
            <a:r>
              <a:rPr lang="es-ES" dirty="0"/>
              <a:t>*</a:t>
            </a:r>
          </a:p>
          <a:p>
            <a:pPr marL="228600" lvl="0" indent="-228600">
              <a:spcBef>
                <a:spcPts val="0"/>
              </a:spcBef>
              <a:buSzPts val="2800"/>
            </a:pPr>
            <a:r>
              <a:rPr lang="es-ES" dirty="0"/>
              <a:t>Si X</a:t>
            </a:r>
            <a:r>
              <a:rPr lang="es-ES" sz="2000" dirty="0"/>
              <a:t>B</a:t>
            </a:r>
            <a:r>
              <a:rPr lang="es-ES" dirty="0"/>
              <a:t>* = B</a:t>
            </a:r>
            <a:r>
              <a:rPr lang="es-ES" baseline="30000" dirty="0"/>
              <a:t>-1</a:t>
            </a:r>
            <a:r>
              <a:rPr lang="es-ES" dirty="0"/>
              <a:t>b*&lt; 0, indica que hay mínimo una variable que está tomando valor negativo (no cumple con las restricciones de no negatividad a que obliga el algoritmo); por lo tanto la solución ha dejado de ser optima. En este caso se toma el nuevo vector X</a:t>
            </a:r>
            <a:r>
              <a:rPr lang="es-ES" sz="2000" dirty="0"/>
              <a:t>B</a:t>
            </a:r>
            <a:r>
              <a:rPr lang="es-ES" dirty="0"/>
              <a:t>* y se reemplaza en el tablero óptimo por el vector X</a:t>
            </a:r>
            <a:r>
              <a:rPr lang="es-ES" sz="2000" dirty="0"/>
              <a:t>B</a:t>
            </a:r>
            <a:r>
              <a:rPr lang="es-ES" dirty="0"/>
              <a:t>. De ahí en adelante se aplica el método dual simplex, hasta obtener la nueva solución óptima</a:t>
            </a:r>
            <a:endParaRPr dirty="0"/>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8</a:t>
            </a:fld>
            <a:endParaRPr/>
          </a:p>
        </p:txBody>
      </p:sp>
    </p:spTree>
    <p:extLst>
      <p:ext uri="{BB962C8B-B14F-4D97-AF65-F5344CB8AC3E}">
        <p14:creationId xmlns:p14="http://schemas.microsoft.com/office/powerpoint/2010/main" val="2114134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ANÁLISIS DE SENSIBILIDAD</a:t>
            </a:r>
          </a:p>
        </p:txBody>
      </p:sp>
      <p:sp>
        <p:nvSpPr>
          <p:cNvPr id="97" name="Google Shape;97;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800"/>
            </a:pPr>
            <a:r>
              <a:rPr lang="es-ES" dirty="0"/>
              <a:t>Suponga que en la compañía “Puro Hierro” se disminuye en 50 metros la disponibilidad de tubo. Como se puede observar, la disponibilidad de metros de tubo pasa de 240 a 190 metros. Este único cambio genera un nuevo problema que es el siguiente:</a:t>
            </a:r>
            <a:endParaRPr dirty="0"/>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9</a:t>
            </a:fld>
            <a:endParaRPr/>
          </a:p>
        </p:txBody>
      </p:sp>
      <p:pic>
        <p:nvPicPr>
          <p:cNvPr id="2" name="Imagen 1">
            <a:extLst>
              <a:ext uri="{FF2B5EF4-FFF2-40B4-BE49-F238E27FC236}">
                <a16:creationId xmlns:a16="http://schemas.microsoft.com/office/drawing/2014/main" id="{24330B35-C605-416B-9759-F14A6A7C7F70}"/>
              </a:ext>
            </a:extLst>
          </p:cNvPr>
          <p:cNvPicPr>
            <a:picLocks noChangeAspect="1"/>
          </p:cNvPicPr>
          <p:nvPr/>
        </p:nvPicPr>
        <p:blipFill>
          <a:blip r:embed="rId3"/>
          <a:stretch>
            <a:fillRect/>
          </a:stretch>
        </p:blipFill>
        <p:spPr>
          <a:xfrm>
            <a:off x="6171737" y="3429000"/>
            <a:ext cx="6020263" cy="2975533"/>
          </a:xfrm>
          <a:prstGeom prst="rect">
            <a:avLst/>
          </a:prstGeom>
        </p:spPr>
      </p:pic>
      <p:pic>
        <p:nvPicPr>
          <p:cNvPr id="6" name="Imagen 5">
            <a:extLst>
              <a:ext uri="{FF2B5EF4-FFF2-40B4-BE49-F238E27FC236}">
                <a16:creationId xmlns:a16="http://schemas.microsoft.com/office/drawing/2014/main" id="{6643A2A7-6BAB-4FC8-9604-870F13209DBE}"/>
              </a:ext>
            </a:extLst>
          </p:cNvPr>
          <p:cNvPicPr>
            <a:picLocks noChangeAspect="1"/>
          </p:cNvPicPr>
          <p:nvPr/>
        </p:nvPicPr>
        <p:blipFill>
          <a:blip r:embed="rId4"/>
          <a:stretch>
            <a:fillRect/>
          </a:stretch>
        </p:blipFill>
        <p:spPr>
          <a:xfrm>
            <a:off x="364175" y="3605122"/>
            <a:ext cx="5322734" cy="2933790"/>
          </a:xfrm>
          <a:prstGeom prst="rect">
            <a:avLst/>
          </a:prstGeom>
        </p:spPr>
      </p:pic>
    </p:spTree>
    <p:extLst>
      <p:ext uri="{BB962C8B-B14F-4D97-AF65-F5344CB8AC3E}">
        <p14:creationId xmlns:p14="http://schemas.microsoft.com/office/powerpoint/2010/main" val="9777457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ANÁLISIS DE SENSIBILIDAD</a:t>
            </a:r>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10</a:t>
            </a:fld>
            <a:endParaRPr/>
          </a:p>
        </p:txBody>
      </p:sp>
      <p:pic>
        <p:nvPicPr>
          <p:cNvPr id="5" name="Imagen 4">
            <a:extLst>
              <a:ext uri="{FF2B5EF4-FFF2-40B4-BE49-F238E27FC236}">
                <a16:creationId xmlns:a16="http://schemas.microsoft.com/office/drawing/2014/main" id="{D638C840-80FA-4E94-8801-78E5BD2C8460}"/>
              </a:ext>
            </a:extLst>
          </p:cNvPr>
          <p:cNvPicPr>
            <a:picLocks noChangeAspect="1"/>
          </p:cNvPicPr>
          <p:nvPr/>
        </p:nvPicPr>
        <p:blipFill>
          <a:blip r:embed="rId3"/>
          <a:stretch>
            <a:fillRect/>
          </a:stretch>
        </p:blipFill>
        <p:spPr>
          <a:xfrm>
            <a:off x="2354350" y="1403006"/>
            <a:ext cx="7483300" cy="3146824"/>
          </a:xfrm>
          <a:prstGeom prst="rect">
            <a:avLst/>
          </a:prstGeom>
        </p:spPr>
      </p:pic>
      <p:pic>
        <p:nvPicPr>
          <p:cNvPr id="6" name="Imagen 5">
            <a:extLst>
              <a:ext uri="{FF2B5EF4-FFF2-40B4-BE49-F238E27FC236}">
                <a16:creationId xmlns:a16="http://schemas.microsoft.com/office/drawing/2014/main" id="{8AD26BBE-A14C-49B2-BDD9-B1094F4E3FC0}"/>
              </a:ext>
            </a:extLst>
          </p:cNvPr>
          <p:cNvPicPr>
            <a:picLocks noChangeAspect="1"/>
          </p:cNvPicPr>
          <p:nvPr/>
        </p:nvPicPr>
        <p:blipFill>
          <a:blip r:embed="rId4"/>
          <a:stretch>
            <a:fillRect/>
          </a:stretch>
        </p:blipFill>
        <p:spPr>
          <a:xfrm>
            <a:off x="3352800" y="4796149"/>
            <a:ext cx="5257800" cy="1553851"/>
          </a:xfrm>
          <a:prstGeom prst="rect">
            <a:avLst/>
          </a:prstGeom>
        </p:spPr>
      </p:pic>
    </p:spTree>
    <p:extLst>
      <p:ext uri="{BB962C8B-B14F-4D97-AF65-F5344CB8AC3E}">
        <p14:creationId xmlns:p14="http://schemas.microsoft.com/office/powerpoint/2010/main" val="14671053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ANÁLISIS DE SENSIBILIDAD</a:t>
            </a:r>
          </a:p>
        </p:txBody>
      </p:sp>
      <p:sp>
        <p:nvSpPr>
          <p:cNvPr id="97" name="Google Shape;97;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800"/>
            </a:pPr>
            <a:r>
              <a:rPr lang="es-ES" dirty="0"/>
              <a:t>Suponga que en la compañía “Puro Hierro” se incrementa en 90 metros la disponibilidad de lámina. La disponibilidad de metros de lámina pasa de 300 a 390 metros. Este cambio genera un nuevo problema que es el siguiente:</a:t>
            </a:r>
            <a:endParaRPr dirty="0"/>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11</a:t>
            </a:fld>
            <a:endParaRPr/>
          </a:p>
        </p:txBody>
      </p:sp>
      <p:pic>
        <p:nvPicPr>
          <p:cNvPr id="3" name="Imagen 2">
            <a:extLst>
              <a:ext uri="{FF2B5EF4-FFF2-40B4-BE49-F238E27FC236}">
                <a16:creationId xmlns:a16="http://schemas.microsoft.com/office/drawing/2014/main" id="{7C4DC005-A60D-4322-8D4C-61A5E53251E5}"/>
              </a:ext>
            </a:extLst>
          </p:cNvPr>
          <p:cNvPicPr>
            <a:picLocks noChangeAspect="1"/>
          </p:cNvPicPr>
          <p:nvPr/>
        </p:nvPicPr>
        <p:blipFill>
          <a:blip r:embed="rId3"/>
          <a:stretch>
            <a:fillRect/>
          </a:stretch>
        </p:blipFill>
        <p:spPr>
          <a:xfrm>
            <a:off x="6028933" y="3429000"/>
            <a:ext cx="5324867" cy="2978315"/>
          </a:xfrm>
          <a:prstGeom prst="rect">
            <a:avLst/>
          </a:prstGeom>
        </p:spPr>
      </p:pic>
      <p:pic>
        <p:nvPicPr>
          <p:cNvPr id="6" name="Imagen 5">
            <a:extLst>
              <a:ext uri="{FF2B5EF4-FFF2-40B4-BE49-F238E27FC236}">
                <a16:creationId xmlns:a16="http://schemas.microsoft.com/office/drawing/2014/main" id="{B6554447-855C-4718-9FF7-813DEE64DEB2}"/>
              </a:ext>
            </a:extLst>
          </p:cNvPr>
          <p:cNvPicPr>
            <a:picLocks noChangeAspect="1"/>
          </p:cNvPicPr>
          <p:nvPr/>
        </p:nvPicPr>
        <p:blipFill>
          <a:blip r:embed="rId4"/>
          <a:stretch>
            <a:fillRect/>
          </a:stretch>
        </p:blipFill>
        <p:spPr>
          <a:xfrm>
            <a:off x="480716" y="3429000"/>
            <a:ext cx="5322734" cy="2933790"/>
          </a:xfrm>
          <a:prstGeom prst="rect">
            <a:avLst/>
          </a:prstGeom>
        </p:spPr>
      </p:pic>
    </p:spTree>
    <p:extLst>
      <p:ext uri="{BB962C8B-B14F-4D97-AF65-F5344CB8AC3E}">
        <p14:creationId xmlns:p14="http://schemas.microsoft.com/office/powerpoint/2010/main" val="3098200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ANÁLISIS DE SENSIBILIDAD</a:t>
            </a:r>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12</a:t>
            </a:fld>
            <a:endParaRPr/>
          </a:p>
        </p:txBody>
      </p:sp>
      <p:pic>
        <p:nvPicPr>
          <p:cNvPr id="5" name="Imagen 4">
            <a:extLst>
              <a:ext uri="{FF2B5EF4-FFF2-40B4-BE49-F238E27FC236}">
                <a16:creationId xmlns:a16="http://schemas.microsoft.com/office/drawing/2014/main" id="{6ECB2AC3-A1C1-4BD9-BD2E-FFB55F5A415C}"/>
              </a:ext>
            </a:extLst>
          </p:cNvPr>
          <p:cNvPicPr>
            <a:picLocks noChangeAspect="1"/>
          </p:cNvPicPr>
          <p:nvPr/>
        </p:nvPicPr>
        <p:blipFill>
          <a:blip r:embed="rId3"/>
          <a:stretch>
            <a:fillRect/>
          </a:stretch>
        </p:blipFill>
        <p:spPr>
          <a:xfrm>
            <a:off x="1323885" y="1769286"/>
            <a:ext cx="9544229" cy="3960855"/>
          </a:xfrm>
          <a:prstGeom prst="rect">
            <a:avLst/>
          </a:prstGeom>
        </p:spPr>
      </p:pic>
    </p:spTree>
    <p:extLst>
      <p:ext uri="{BB962C8B-B14F-4D97-AF65-F5344CB8AC3E}">
        <p14:creationId xmlns:p14="http://schemas.microsoft.com/office/powerpoint/2010/main" val="24004725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ANÁLISIS DE SENSIBILIDAD</a:t>
            </a:r>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13</a:t>
            </a:fld>
            <a:endParaRPr/>
          </a:p>
        </p:txBody>
      </p:sp>
      <p:pic>
        <p:nvPicPr>
          <p:cNvPr id="2" name="Imagen 1">
            <a:extLst>
              <a:ext uri="{FF2B5EF4-FFF2-40B4-BE49-F238E27FC236}">
                <a16:creationId xmlns:a16="http://schemas.microsoft.com/office/drawing/2014/main" id="{F0B2C7C2-9407-4DD0-ABF8-8DCEE217AFD0}"/>
              </a:ext>
            </a:extLst>
          </p:cNvPr>
          <p:cNvPicPr>
            <a:picLocks noChangeAspect="1"/>
          </p:cNvPicPr>
          <p:nvPr/>
        </p:nvPicPr>
        <p:blipFill>
          <a:blip r:embed="rId3"/>
          <a:stretch>
            <a:fillRect/>
          </a:stretch>
        </p:blipFill>
        <p:spPr>
          <a:xfrm>
            <a:off x="1775654" y="1519884"/>
            <a:ext cx="9005301" cy="4830116"/>
          </a:xfrm>
          <a:prstGeom prst="rect">
            <a:avLst/>
          </a:prstGeom>
        </p:spPr>
      </p:pic>
    </p:spTree>
    <p:extLst>
      <p:ext uri="{BB962C8B-B14F-4D97-AF65-F5344CB8AC3E}">
        <p14:creationId xmlns:p14="http://schemas.microsoft.com/office/powerpoint/2010/main" val="35769258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ANÁLISIS DE SENSIBILIDAD</a:t>
            </a:r>
          </a:p>
        </p:txBody>
      </p:sp>
      <p:sp>
        <p:nvSpPr>
          <p:cNvPr id="97" name="Google Shape;97;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800"/>
            </a:pPr>
            <a:r>
              <a:rPr lang="es-ES" dirty="0"/>
              <a:t>CAMBIO EN PRECIOS O COSTOS UNITARIOS. (Vector c)</a:t>
            </a:r>
          </a:p>
          <a:p>
            <a:pPr marL="685800" lvl="1" indent="-228600">
              <a:spcBef>
                <a:spcPts val="0"/>
              </a:spcBef>
              <a:buSzPts val="2800"/>
            </a:pPr>
            <a:r>
              <a:rPr lang="es-ES" dirty="0"/>
              <a:t>Si </a:t>
            </a:r>
            <a:r>
              <a:rPr lang="es-ES" dirty="0" err="1"/>
              <a:t>Zj</a:t>
            </a:r>
            <a:r>
              <a:rPr lang="es-ES" dirty="0"/>
              <a:t> -</a:t>
            </a:r>
            <a:r>
              <a:rPr lang="es-ES" dirty="0" err="1"/>
              <a:t>Cj</a:t>
            </a:r>
            <a:r>
              <a:rPr lang="es-ES" dirty="0"/>
              <a:t> ≥ 0, la solución del problema original sigue siendo la optima. </a:t>
            </a:r>
          </a:p>
          <a:p>
            <a:pPr marL="685800" lvl="1" indent="-228600">
              <a:spcBef>
                <a:spcPts val="0"/>
              </a:spcBef>
              <a:buSzPts val="2800"/>
            </a:pPr>
            <a:r>
              <a:rPr lang="es-ES" dirty="0"/>
              <a:t>Si </a:t>
            </a:r>
            <a:r>
              <a:rPr lang="es-ES" dirty="0" err="1"/>
              <a:t>Zj</a:t>
            </a:r>
            <a:r>
              <a:rPr lang="es-ES" dirty="0"/>
              <a:t> -</a:t>
            </a:r>
            <a:r>
              <a:rPr lang="es-ES" dirty="0" err="1"/>
              <a:t>Cj</a:t>
            </a:r>
            <a:r>
              <a:rPr lang="es-ES" dirty="0"/>
              <a:t> &lt; 0, la solución ha dejado de ser óptima y se debe utilizar el método simplex para llegar a la nueva solución óptima.</a:t>
            </a:r>
          </a:p>
          <a:p>
            <a:pPr marL="685800" lvl="1" indent="-228600">
              <a:spcBef>
                <a:spcPts val="0"/>
              </a:spcBef>
              <a:buSzPts val="2800"/>
            </a:pPr>
            <a:r>
              <a:rPr lang="es-ES" dirty="0"/>
              <a:t>Si los valores modificados pertenecen a variables básicas, se debe modificar el vector CB. </a:t>
            </a:r>
          </a:p>
          <a:p>
            <a:pPr marL="685800" lvl="1" indent="-228600">
              <a:spcBef>
                <a:spcPts val="0"/>
              </a:spcBef>
              <a:buSzPts val="2800"/>
            </a:pPr>
            <a:r>
              <a:rPr lang="es-ES" dirty="0"/>
              <a:t>Recalcule nuevamente todos los valores </a:t>
            </a:r>
            <a:r>
              <a:rPr lang="es-ES" dirty="0" err="1"/>
              <a:t>Zj</a:t>
            </a:r>
            <a:r>
              <a:rPr lang="es-ES" dirty="0"/>
              <a:t> -</a:t>
            </a:r>
            <a:r>
              <a:rPr lang="es-ES" dirty="0" err="1"/>
              <a:t>Cj</a:t>
            </a:r>
            <a:r>
              <a:rPr lang="es-ES" dirty="0"/>
              <a:t> . </a:t>
            </a:r>
          </a:p>
          <a:p>
            <a:pPr marL="685800" lvl="1" indent="-228600">
              <a:spcBef>
                <a:spcPts val="0"/>
              </a:spcBef>
              <a:buSzPts val="2800"/>
            </a:pPr>
            <a:r>
              <a:rPr lang="es-ES" dirty="0"/>
              <a:t>Si los valores calculados en el ítem anterior son mayores o iguales a cero, se concluye que la solución del problema original sigue siendo la óptima; de lo contrario se utiliza el método simplex para encontrar la nueva solución optima.</a:t>
            </a:r>
            <a:endParaRPr dirty="0"/>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14</a:t>
            </a:fld>
            <a:endParaRPr/>
          </a:p>
        </p:txBody>
      </p:sp>
    </p:spTree>
    <p:extLst>
      <p:ext uri="{BB962C8B-B14F-4D97-AF65-F5344CB8AC3E}">
        <p14:creationId xmlns:p14="http://schemas.microsoft.com/office/powerpoint/2010/main" val="2818071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ANÁLISIS DE SENSIBILIDAD</a:t>
            </a:r>
          </a:p>
        </p:txBody>
      </p:sp>
      <p:sp>
        <p:nvSpPr>
          <p:cNvPr id="97" name="Google Shape;97;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800"/>
            </a:pPr>
            <a:r>
              <a:rPr lang="es-ES" dirty="0"/>
              <a:t>Se ha decidido en la compañía “Puro Hierro” incrementar en $2 la utilidad de cada Reja. Este cambio hace que la utilidad de cada reja pase de $2 a $4 por unidad; lo que genera con ésta modificación el siguiente problema:</a:t>
            </a:r>
            <a:endParaRPr dirty="0"/>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15</a:t>
            </a:fld>
            <a:endParaRPr/>
          </a:p>
        </p:txBody>
      </p:sp>
      <p:pic>
        <p:nvPicPr>
          <p:cNvPr id="2" name="Imagen 1">
            <a:extLst>
              <a:ext uri="{FF2B5EF4-FFF2-40B4-BE49-F238E27FC236}">
                <a16:creationId xmlns:a16="http://schemas.microsoft.com/office/drawing/2014/main" id="{91783103-759B-4F9A-89FA-F163827A204F}"/>
              </a:ext>
            </a:extLst>
          </p:cNvPr>
          <p:cNvPicPr>
            <a:picLocks noChangeAspect="1"/>
          </p:cNvPicPr>
          <p:nvPr/>
        </p:nvPicPr>
        <p:blipFill>
          <a:blip r:embed="rId3"/>
          <a:stretch>
            <a:fillRect/>
          </a:stretch>
        </p:blipFill>
        <p:spPr>
          <a:xfrm>
            <a:off x="5841362" y="3214730"/>
            <a:ext cx="5750451" cy="3141620"/>
          </a:xfrm>
          <a:prstGeom prst="rect">
            <a:avLst/>
          </a:prstGeom>
        </p:spPr>
      </p:pic>
    </p:spTree>
    <p:extLst>
      <p:ext uri="{BB962C8B-B14F-4D97-AF65-F5344CB8AC3E}">
        <p14:creationId xmlns:p14="http://schemas.microsoft.com/office/powerpoint/2010/main" val="3725038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ANÁLISIS DE SENSIBILIDAD</a:t>
            </a:r>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16</a:t>
            </a:fld>
            <a:endParaRPr/>
          </a:p>
        </p:txBody>
      </p:sp>
      <p:pic>
        <p:nvPicPr>
          <p:cNvPr id="5" name="Imagen 4">
            <a:extLst>
              <a:ext uri="{FF2B5EF4-FFF2-40B4-BE49-F238E27FC236}">
                <a16:creationId xmlns:a16="http://schemas.microsoft.com/office/drawing/2014/main" id="{A5CEE68A-4574-4AE1-AE92-7474438F29F2}"/>
              </a:ext>
            </a:extLst>
          </p:cNvPr>
          <p:cNvPicPr>
            <a:picLocks noChangeAspect="1"/>
          </p:cNvPicPr>
          <p:nvPr/>
        </p:nvPicPr>
        <p:blipFill>
          <a:blip r:embed="rId3"/>
          <a:stretch>
            <a:fillRect/>
          </a:stretch>
        </p:blipFill>
        <p:spPr>
          <a:xfrm>
            <a:off x="1102659" y="2005127"/>
            <a:ext cx="10349041" cy="3266120"/>
          </a:xfrm>
          <a:prstGeom prst="rect">
            <a:avLst/>
          </a:prstGeom>
        </p:spPr>
      </p:pic>
    </p:spTree>
    <p:extLst>
      <p:ext uri="{BB962C8B-B14F-4D97-AF65-F5344CB8AC3E}">
        <p14:creationId xmlns:p14="http://schemas.microsoft.com/office/powerpoint/2010/main" val="25936230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ANÁLISIS DE SENSIBILIDAD</a:t>
            </a:r>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17</a:t>
            </a:fld>
            <a:endParaRPr/>
          </a:p>
        </p:txBody>
      </p:sp>
      <p:sp>
        <p:nvSpPr>
          <p:cNvPr id="6" name="Google Shape;97;p2">
            <a:extLst>
              <a:ext uri="{FF2B5EF4-FFF2-40B4-BE49-F238E27FC236}">
                <a16:creationId xmlns:a16="http://schemas.microsoft.com/office/drawing/2014/main" id="{3BE27BC5-AD81-41A0-B039-9C91A54D37B0}"/>
              </a:ext>
            </a:extLst>
          </p:cNvPr>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800"/>
            </a:pPr>
            <a:r>
              <a:rPr lang="es-ES" dirty="0"/>
              <a:t>se modificó sólo el coeficiente </a:t>
            </a:r>
            <a:r>
              <a:rPr lang="es-ES" dirty="0" err="1"/>
              <a:t>Cj</a:t>
            </a:r>
            <a:r>
              <a:rPr lang="es-ES" dirty="0"/>
              <a:t> para la variable X2 correspondiente a las rejas.</a:t>
            </a:r>
          </a:p>
          <a:p>
            <a:pPr marL="228600" lvl="0" indent="-228600">
              <a:spcBef>
                <a:spcPts val="0"/>
              </a:spcBef>
              <a:buSzPts val="2800"/>
            </a:pPr>
            <a:r>
              <a:rPr lang="es-ES" dirty="0"/>
              <a:t>Como esta variable no se encontraba en la base sólo se </a:t>
            </a:r>
            <a:r>
              <a:rPr lang="es-ES" dirty="0" err="1"/>
              <a:t>recalculo</a:t>
            </a:r>
            <a:r>
              <a:rPr lang="es-ES" dirty="0"/>
              <a:t> en valor </a:t>
            </a:r>
            <a:r>
              <a:rPr lang="es-ES" dirty="0" err="1"/>
              <a:t>Zj</a:t>
            </a:r>
            <a:r>
              <a:rPr lang="es-ES" dirty="0"/>
              <a:t> -</a:t>
            </a:r>
            <a:r>
              <a:rPr lang="es-ES" dirty="0" err="1"/>
              <a:t>Cj</a:t>
            </a:r>
            <a:r>
              <a:rPr lang="es-ES" dirty="0"/>
              <a:t> para dicha variable</a:t>
            </a:r>
          </a:p>
          <a:p>
            <a:pPr marL="228600" lvl="0" indent="-228600">
              <a:spcBef>
                <a:spcPts val="0"/>
              </a:spcBef>
              <a:buSzPts val="2800"/>
            </a:pPr>
            <a:r>
              <a:rPr lang="es-ES" dirty="0"/>
              <a:t>los valores </a:t>
            </a:r>
            <a:r>
              <a:rPr lang="es-ES" dirty="0" err="1"/>
              <a:t>Zj</a:t>
            </a:r>
            <a:r>
              <a:rPr lang="es-ES" dirty="0"/>
              <a:t> -</a:t>
            </a:r>
            <a:r>
              <a:rPr lang="es-ES" dirty="0" err="1"/>
              <a:t>Cj</a:t>
            </a:r>
            <a:r>
              <a:rPr lang="es-ES" dirty="0"/>
              <a:t> siguen siendo mayores o iguales a cero; por lo tanto la solución del problema original sigue siendo la optima para el problema modificado en la utilidad unitaria de las rejas</a:t>
            </a:r>
            <a:endParaRPr dirty="0"/>
          </a:p>
        </p:txBody>
      </p:sp>
    </p:spTree>
    <p:extLst>
      <p:ext uri="{BB962C8B-B14F-4D97-AF65-F5344CB8AC3E}">
        <p14:creationId xmlns:p14="http://schemas.microsoft.com/office/powerpoint/2010/main" val="41520073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ANÁLISIS DE SENSIBILIDAD</a:t>
            </a:r>
          </a:p>
        </p:txBody>
      </p:sp>
      <p:sp>
        <p:nvSpPr>
          <p:cNvPr id="97" name="Google Shape;97;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800"/>
            </a:pPr>
            <a:r>
              <a:rPr lang="es-ES" dirty="0"/>
              <a:t>Suponga que se decrementa en $3 la utilidad de cada puerta y se incrementa en $3 la utilidad de cada ventana. El nuevo problema generado con base en estas modificaciones es el siguiente:</a:t>
            </a:r>
            <a:endParaRPr dirty="0"/>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18</a:t>
            </a:fld>
            <a:endParaRPr/>
          </a:p>
        </p:txBody>
      </p:sp>
      <p:pic>
        <p:nvPicPr>
          <p:cNvPr id="3" name="Imagen 2">
            <a:extLst>
              <a:ext uri="{FF2B5EF4-FFF2-40B4-BE49-F238E27FC236}">
                <a16:creationId xmlns:a16="http://schemas.microsoft.com/office/drawing/2014/main" id="{A1F9E8C6-E4D3-4884-932C-E25CDDE7F370}"/>
              </a:ext>
            </a:extLst>
          </p:cNvPr>
          <p:cNvPicPr>
            <a:picLocks noChangeAspect="1"/>
          </p:cNvPicPr>
          <p:nvPr/>
        </p:nvPicPr>
        <p:blipFill>
          <a:blip r:embed="rId3"/>
          <a:stretch>
            <a:fillRect/>
          </a:stretch>
        </p:blipFill>
        <p:spPr>
          <a:xfrm>
            <a:off x="2847522" y="3196318"/>
            <a:ext cx="6205038" cy="3075225"/>
          </a:xfrm>
          <a:prstGeom prst="rect">
            <a:avLst/>
          </a:prstGeom>
        </p:spPr>
      </p:pic>
    </p:spTree>
    <p:extLst>
      <p:ext uri="{BB962C8B-B14F-4D97-AF65-F5344CB8AC3E}">
        <p14:creationId xmlns:p14="http://schemas.microsoft.com/office/powerpoint/2010/main" val="17275539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ANÁLISIS DE SENSIBILIDAD</a:t>
            </a:r>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19</a:t>
            </a:fld>
            <a:endParaRPr/>
          </a:p>
        </p:txBody>
      </p:sp>
      <p:pic>
        <p:nvPicPr>
          <p:cNvPr id="2" name="Imagen 1">
            <a:extLst>
              <a:ext uri="{FF2B5EF4-FFF2-40B4-BE49-F238E27FC236}">
                <a16:creationId xmlns:a16="http://schemas.microsoft.com/office/drawing/2014/main" id="{71766DE9-9B06-4ABE-9A73-D0107CE25F5B}"/>
              </a:ext>
            </a:extLst>
          </p:cNvPr>
          <p:cNvPicPr>
            <a:picLocks noChangeAspect="1"/>
          </p:cNvPicPr>
          <p:nvPr/>
        </p:nvPicPr>
        <p:blipFill>
          <a:blip r:embed="rId3"/>
          <a:stretch>
            <a:fillRect/>
          </a:stretch>
        </p:blipFill>
        <p:spPr>
          <a:xfrm>
            <a:off x="1040393" y="667057"/>
            <a:ext cx="10111213" cy="5682943"/>
          </a:xfrm>
          <a:prstGeom prst="rect">
            <a:avLst/>
          </a:prstGeom>
        </p:spPr>
      </p:pic>
    </p:spTree>
    <p:extLst>
      <p:ext uri="{BB962C8B-B14F-4D97-AF65-F5344CB8AC3E}">
        <p14:creationId xmlns:p14="http://schemas.microsoft.com/office/powerpoint/2010/main" val="6559677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ANÁLISIS DE SENSIBILIDAD</a:t>
            </a:r>
          </a:p>
        </p:txBody>
      </p:sp>
      <p:sp>
        <p:nvSpPr>
          <p:cNvPr id="97" name="Google Shape;97;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lnSpcReduction="10000"/>
          </a:bodyPr>
          <a:lstStyle/>
          <a:p>
            <a:pPr marL="228600" lvl="0" indent="-228600">
              <a:spcBef>
                <a:spcPts val="0"/>
              </a:spcBef>
              <a:buSzPts val="2800"/>
            </a:pPr>
            <a:r>
              <a:rPr lang="es-ES" dirty="0"/>
              <a:t>CAMBIO EN LA ASIGNACIÓN UNITARIA DE RECURSOS (Matriz A o vectores aj </a:t>
            </a:r>
          </a:p>
          <a:p>
            <a:pPr marL="685800" lvl="1" indent="-228600">
              <a:spcBef>
                <a:spcPts val="0"/>
              </a:spcBef>
              <a:buSzPts val="2800"/>
            </a:pPr>
            <a:r>
              <a:rPr lang="es-ES" b="1" dirty="0"/>
              <a:t>cuando se producen cambios en la asignación unitaria de recursos (coeficientes tecnológicos) hay que hacer claridad en se puede aplicar sólo a variables no básicas.</a:t>
            </a:r>
          </a:p>
          <a:p>
            <a:pPr marL="685800" lvl="1" indent="-228600">
              <a:spcBef>
                <a:spcPts val="0"/>
              </a:spcBef>
              <a:buSzPts val="2800"/>
            </a:pPr>
            <a:r>
              <a:rPr lang="es-ES" dirty="0"/>
              <a:t>en el evento que estos cambios se surtan en variables básicas, el cambio generado en toda la información es muy brusco; por lo tanto se recomienda resolver el problema desde el principio. </a:t>
            </a:r>
          </a:p>
          <a:p>
            <a:pPr marL="685800" lvl="1" indent="-228600">
              <a:spcBef>
                <a:spcPts val="0"/>
              </a:spcBef>
              <a:buSzPts val="2800"/>
            </a:pPr>
            <a:r>
              <a:rPr lang="es-ES" dirty="0"/>
              <a:t>Si </a:t>
            </a:r>
            <a:r>
              <a:rPr lang="es-ES" dirty="0" err="1"/>
              <a:t>Zj</a:t>
            </a:r>
            <a:r>
              <a:rPr lang="es-ES" dirty="0"/>
              <a:t> -</a:t>
            </a:r>
            <a:r>
              <a:rPr lang="es-ES" dirty="0" err="1"/>
              <a:t>Cj</a:t>
            </a:r>
            <a:r>
              <a:rPr lang="es-ES" dirty="0"/>
              <a:t> ≥ 0, la solución del problema original sigue siendo la óptima. </a:t>
            </a:r>
          </a:p>
          <a:p>
            <a:pPr marL="685800" lvl="1" indent="-228600">
              <a:spcBef>
                <a:spcPts val="0"/>
              </a:spcBef>
              <a:buSzPts val="2800"/>
            </a:pPr>
            <a:r>
              <a:rPr lang="es-ES" dirty="0"/>
              <a:t>Si </a:t>
            </a:r>
            <a:r>
              <a:rPr lang="es-ES" dirty="0" err="1"/>
              <a:t>Zj</a:t>
            </a:r>
            <a:r>
              <a:rPr lang="es-ES" dirty="0"/>
              <a:t> -</a:t>
            </a:r>
            <a:r>
              <a:rPr lang="es-ES" dirty="0" err="1"/>
              <a:t>Cj</a:t>
            </a:r>
            <a:r>
              <a:rPr lang="es-ES" dirty="0"/>
              <a:t> &lt; 0, la solución ha dejado de ser óptima y se debe utilizar el método simplex para llegar a la nueva solución optima; no sin antes actualizar el vector KB de la variable a la cual se le está realizando el análisis de sensibilidad. Todos los vectores KB se calculan mediante la fórmula B-1aj</a:t>
            </a:r>
            <a:endParaRPr dirty="0"/>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20</a:t>
            </a:fld>
            <a:endParaRPr/>
          </a:p>
        </p:txBody>
      </p:sp>
    </p:spTree>
    <p:extLst>
      <p:ext uri="{BB962C8B-B14F-4D97-AF65-F5344CB8AC3E}">
        <p14:creationId xmlns:p14="http://schemas.microsoft.com/office/powerpoint/2010/main" val="17947061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ANÁLISIS DE SENSIBILIDAD</a:t>
            </a:r>
          </a:p>
        </p:txBody>
      </p:sp>
      <p:sp>
        <p:nvSpPr>
          <p:cNvPr id="97" name="Google Shape;97;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800"/>
            </a:pPr>
            <a:r>
              <a:rPr lang="es-ES" dirty="0"/>
              <a:t>Suponga que la asignación de recursos para cada reja se modifica a 7 metros de lámina, 8 metros ángulo y 9 metros de tubo. Con base en esta modificación, el nuevo problema que se genera es el siguiente:</a:t>
            </a:r>
            <a:endParaRPr dirty="0"/>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21</a:t>
            </a:fld>
            <a:endParaRPr/>
          </a:p>
        </p:txBody>
      </p:sp>
      <p:pic>
        <p:nvPicPr>
          <p:cNvPr id="2" name="Imagen 1">
            <a:extLst>
              <a:ext uri="{FF2B5EF4-FFF2-40B4-BE49-F238E27FC236}">
                <a16:creationId xmlns:a16="http://schemas.microsoft.com/office/drawing/2014/main" id="{33E02B0B-EDC1-4801-839F-7E1F22879599}"/>
              </a:ext>
            </a:extLst>
          </p:cNvPr>
          <p:cNvPicPr>
            <a:picLocks noChangeAspect="1"/>
          </p:cNvPicPr>
          <p:nvPr/>
        </p:nvPicPr>
        <p:blipFill>
          <a:blip r:embed="rId3"/>
          <a:stretch>
            <a:fillRect/>
          </a:stretch>
        </p:blipFill>
        <p:spPr>
          <a:xfrm>
            <a:off x="5807040" y="3100785"/>
            <a:ext cx="5858283" cy="3320329"/>
          </a:xfrm>
          <a:prstGeom prst="rect">
            <a:avLst/>
          </a:prstGeom>
        </p:spPr>
      </p:pic>
      <p:pic>
        <p:nvPicPr>
          <p:cNvPr id="6" name="Imagen 5">
            <a:extLst>
              <a:ext uri="{FF2B5EF4-FFF2-40B4-BE49-F238E27FC236}">
                <a16:creationId xmlns:a16="http://schemas.microsoft.com/office/drawing/2014/main" id="{65087F50-E9A8-46AE-9E26-CD9B582803A5}"/>
              </a:ext>
            </a:extLst>
          </p:cNvPr>
          <p:cNvPicPr>
            <a:picLocks noChangeAspect="1"/>
          </p:cNvPicPr>
          <p:nvPr/>
        </p:nvPicPr>
        <p:blipFill>
          <a:blip r:embed="rId4"/>
          <a:stretch>
            <a:fillRect/>
          </a:stretch>
        </p:blipFill>
        <p:spPr>
          <a:xfrm>
            <a:off x="172783" y="3169024"/>
            <a:ext cx="5322734" cy="2933790"/>
          </a:xfrm>
          <a:prstGeom prst="rect">
            <a:avLst/>
          </a:prstGeom>
        </p:spPr>
      </p:pic>
    </p:spTree>
    <p:extLst>
      <p:ext uri="{BB962C8B-B14F-4D97-AF65-F5344CB8AC3E}">
        <p14:creationId xmlns:p14="http://schemas.microsoft.com/office/powerpoint/2010/main" val="5670243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ANÁLISIS DE SENSIBILIDAD</a:t>
            </a:r>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22</a:t>
            </a:fld>
            <a:endParaRPr/>
          </a:p>
        </p:txBody>
      </p:sp>
      <p:pic>
        <p:nvPicPr>
          <p:cNvPr id="5" name="Imagen 4">
            <a:extLst>
              <a:ext uri="{FF2B5EF4-FFF2-40B4-BE49-F238E27FC236}">
                <a16:creationId xmlns:a16="http://schemas.microsoft.com/office/drawing/2014/main" id="{3B10010F-FBCF-4EA7-B0FD-C9F633DE29B5}"/>
              </a:ext>
            </a:extLst>
          </p:cNvPr>
          <p:cNvPicPr>
            <a:picLocks noChangeAspect="1"/>
          </p:cNvPicPr>
          <p:nvPr/>
        </p:nvPicPr>
        <p:blipFill rotWithShape="1">
          <a:blip r:embed="rId3"/>
          <a:srcRect r="4191" b="7370"/>
          <a:stretch/>
        </p:blipFill>
        <p:spPr>
          <a:xfrm>
            <a:off x="4563859" y="2156316"/>
            <a:ext cx="3064281" cy="623702"/>
          </a:xfrm>
          <a:prstGeom prst="rect">
            <a:avLst/>
          </a:prstGeom>
        </p:spPr>
      </p:pic>
      <p:pic>
        <p:nvPicPr>
          <p:cNvPr id="6" name="Imagen 5">
            <a:extLst>
              <a:ext uri="{FF2B5EF4-FFF2-40B4-BE49-F238E27FC236}">
                <a16:creationId xmlns:a16="http://schemas.microsoft.com/office/drawing/2014/main" id="{D5CD0659-0ABB-4E95-A5E1-5176D3F1CF9E}"/>
              </a:ext>
            </a:extLst>
          </p:cNvPr>
          <p:cNvPicPr>
            <a:picLocks noChangeAspect="1"/>
          </p:cNvPicPr>
          <p:nvPr/>
        </p:nvPicPr>
        <p:blipFill>
          <a:blip r:embed="rId4"/>
          <a:stretch>
            <a:fillRect/>
          </a:stretch>
        </p:blipFill>
        <p:spPr>
          <a:xfrm>
            <a:off x="1399439" y="3131983"/>
            <a:ext cx="9344261" cy="2234496"/>
          </a:xfrm>
          <a:prstGeom prst="rect">
            <a:avLst/>
          </a:prstGeom>
        </p:spPr>
      </p:pic>
    </p:spTree>
    <p:extLst>
      <p:ext uri="{BB962C8B-B14F-4D97-AF65-F5344CB8AC3E}">
        <p14:creationId xmlns:p14="http://schemas.microsoft.com/office/powerpoint/2010/main" val="7728620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ANÁLISIS DE SENSIBILIDAD</a:t>
            </a:r>
          </a:p>
        </p:txBody>
      </p:sp>
      <p:sp>
        <p:nvSpPr>
          <p:cNvPr id="97" name="Google Shape;97;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800"/>
            </a:pPr>
            <a:r>
              <a:rPr lang="es-ES" dirty="0"/>
              <a:t>Suponga que por un cambio en el proceso de producción, las rejas ya no requieren lámina y necesitan 5 metros de ángulo y 3 metros de tubo. El nuevo problema, considerando esta modificación es el siguiente:</a:t>
            </a:r>
            <a:endParaRPr dirty="0"/>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23</a:t>
            </a:fld>
            <a:endParaRPr/>
          </a:p>
        </p:txBody>
      </p:sp>
      <p:pic>
        <p:nvPicPr>
          <p:cNvPr id="3" name="Imagen 2">
            <a:extLst>
              <a:ext uri="{FF2B5EF4-FFF2-40B4-BE49-F238E27FC236}">
                <a16:creationId xmlns:a16="http://schemas.microsoft.com/office/drawing/2014/main" id="{198BDB3A-303A-47B6-BAE7-E51A5E11A20F}"/>
              </a:ext>
            </a:extLst>
          </p:cNvPr>
          <p:cNvPicPr>
            <a:picLocks noChangeAspect="1"/>
          </p:cNvPicPr>
          <p:nvPr/>
        </p:nvPicPr>
        <p:blipFill>
          <a:blip r:embed="rId3"/>
          <a:stretch>
            <a:fillRect/>
          </a:stretch>
        </p:blipFill>
        <p:spPr>
          <a:xfrm>
            <a:off x="3436402" y="3380412"/>
            <a:ext cx="5867618" cy="2969588"/>
          </a:xfrm>
          <a:prstGeom prst="rect">
            <a:avLst/>
          </a:prstGeom>
        </p:spPr>
      </p:pic>
    </p:spTree>
    <p:extLst>
      <p:ext uri="{BB962C8B-B14F-4D97-AF65-F5344CB8AC3E}">
        <p14:creationId xmlns:p14="http://schemas.microsoft.com/office/powerpoint/2010/main" val="8835121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ANÁLISIS DE SENSIBILIDAD</a:t>
            </a:r>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24</a:t>
            </a:fld>
            <a:endParaRPr/>
          </a:p>
        </p:txBody>
      </p:sp>
      <p:pic>
        <p:nvPicPr>
          <p:cNvPr id="9" name="Imagen 8">
            <a:extLst>
              <a:ext uri="{FF2B5EF4-FFF2-40B4-BE49-F238E27FC236}">
                <a16:creationId xmlns:a16="http://schemas.microsoft.com/office/drawing/2014/main" id="{CD677CE8-02E5-47F6-B3E2-32F3135A035E}"/>
              </a:ext>
            </a:extLst>
          </p:cNvPr>
          <p:cNvPicPr>
            <a:picLocks noChangeAspect="1"/>
          </p:cNvPicPr>
          <p:nvPr/>
        </p:nvPicPr>
        <p:blipFill rotWithShape="1">
          <a:blip r:embed="rId3"/>
          <a:srcRect r="4191" b="7370"/>
          <a:stretch/>
        </p:blipFill>
        <p:spPr>
          <a:xfrm>
            <a:off x="1049324" y="1976913"/>
            <a:ext cx="2812488" cy="572452"/>
          </a:xfrm>
          <a:prstGeom prst="rect">
            <a:avLst/>
          </a:prstGeom>
        </p:spPr>
      </p:pic>
      <p:pic>
        <p:nvPicPr>
          <p:cNvPr id="5" name="Imagen 4">
            <a:extLst>
              <a:ext uri="{FF2B5EF4-FFF2-40B4-BE49-F238E27FC236}">
                <a16:creationId xmlns:a16="http://schemas.microsoft.com/office/drawing/2014/main" id="{B25E1C37-4CA6-4309-878F-1944DBE9EB13}"/>
              </a:ext>
            </a:extLst>
          </p:cNvPr>
          <p:cNvPicPr>
            <a:picLocks noChangeAspect="1"/>
          </p:cNvPicPr>
          <p:nvPr/>
        </p:nvPicPr>
        <p:blipFill>
          <a:blip r:embed="rId4"/>
          <a:stretch>
            <a:fillRect/>
          </a:stretch>
        </p:blipFill>
        <p:spPr>
          <a:xfrm>
            <a:off x="4789263" y="1512037"/>
            <a:ext cx="5370385" cy="1502205"/>
          </a:xfrm>
          <a:prstGeom prst="rect">
            <a:avLst/>
          </a:prstGeom>
        </p:spPr>
      </p:pic>
      <p:pic>
        <p:nvPicPr>
          <p:cNvPr id="6" name="Imagen 5">
            <a:extLst>
              <a:ext uri="{FF2B5EF4-FFF2-40B4-BE49-F238E27FC236}">
                <a16:creationId xmlns:a16="http://schemas.microsoft.com/office/drawing/2014/main" id="{C628DD91-02B2-4D94-84E7-4482A26FCDF9}"/>
              </a:ext>
            </a:extLst>
          </p:cNvPr>
          <p:cNvPicPr>
            <a:picLocks noChangeAspect="1"/>
          </p:cNvPicPr>
          <p:nvPr/>
        </p:nvPicPr>
        <p:blipFill>
          <a:blip r:embed="rId5"/>
          <a:stretch>
            <a:fillRect/>
          </a:stretch>
        </p:blipFill>
        <p:spPr>
          <a:xfrm>
            <a:off x="2159680" y="3385159"/>
            <a:ext cx="7872639" cy="1846953"/>
          </a:xfrm>
          <a:prstGeom prst="rect">
            <a:avLst/>
          </a:prstGeom>
        </p:spPr>
      </p:pic>
    </p:spTree>
    <p:extLst>
      <p:ext uri="{BB962C8B-B14F-4D97-AF65-F5344CB8AC3E}">
        <p14:creationId xmlns:p14="http://schemas.microsoft.com/office/powerpoint/2010/main" val="12719120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ANÁLISIS DE SENSIBILIDAD</a:t>
            </a:r>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25</a:t>
            </a:fld>
            <a:endParaRPr/>
          </a:p>
        </p:txBody>
      </p:sp>
      <p:pic>
        <p:nvPicPr>
          <p:cNvPr id="3" name="Imagen 2">
            <a:extLst>
              <a:ext uri="{FF2B5EF4-FFF2-40B4-BE49-F238E27FC236}">
                <a16:creationId xmlns:a16="http://schemas.microsoft.com/office/drawing/2014/main" id="{E813017B-44F9-48D3-95E3-1E1C0965EB1B}"/>
              </a:ext>
            </a:extLst>
          </p:cNvPr>
          <p:cNvPicPr>
            <a:picLocks noChangeAspect="1"/>
          </p:cNvPicPr>
          <p:nvPr/>
        </p:nvPicPr>
        <p:blipFill>
          <a:blip r:embed="rId3"/>
          <a:stretch>
            <a:fillRect/>
          </a:stretch>
        </p:blipFill>
        <p:spPr>
          <a:xfrm>
            <a:off x="838200" y="136525"/>
            <a:ext cx="10086468" cy="6398545"/>
          </a:xfrm>
          <a:prstGeom prst="rect">
            <a:avLst/>
          </a:prstGeom>
        </p:spPr>
      </p:pic>
    </p:spTree>
    <p:extLst>
      <p:ext uri="{BB962C8B-B14F-4D97-AF65-F5344CB8AC3E}">
        <p14:creationId xmlns:p14="http://schemas.microsoft.com/office/powerpoint/2010/main" val="40444897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ANÁLISIS DE SENSIBILIDAD</a:t>
            </a:r>
          </a:p>
        </p:txBody>
      </p:sp>
      <p:sp>
        <p:nvSpPr>
          <p:cNvPr id="97" name="Google Shape;97;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800"/>
            </a:pPr>
            <a:r>
              <a:rPr lang="es-CO" dirty="0"/>
              <a:t>NUEVAS RESTRICCIONES</a:t>
            </a:r>
          </a:p>
          <a:p>
            <a:pPr marL="685800" lvl="1" indent="-228600">
              <a:spcBef>
                <a:spcPts val="0"/>
              </a:spcBef>
              <a:buSzPts val="2800"/>
            </a:pPr>
            <a:r>
              <a:rPr lang="es-ES" dirty="0"/>
              <a:t>Verificar si la solución óptima del problema original, satisface todas las nuevas restricciones. Si esto es cierto, la solución actual sigue siendo la óptima para el nuevo problema.</a:t>
            </a:r>
          </a:p>
          <a:p>
            <a:pPr marL="685800" lvl="1" indent="-228600">
              <a:spcBef>
                <a:spcPts val="0"/>
              </a:spcBef>
              <a:buSzPts val="2800"/>
            </a:pPr>
            <a:r>
              <a:rPr lang="es-ES" dirty="0"/>
              <a:t>Cuando no se satisfacen las restricciones por la solución actual, se llevan estas nuevas restricciones al tablero óptimo del problema original; obviamente, agregándole las variables de holgura, exceso y artificiales que sean necesarias. Restituir o recomponer todos los vectores unitarios que se hayan dañado con la adición de las nuevas restricciones</a:t>
            </a:r>
            <a:endParaRPr dirty="0"/>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26</a:t>
            </a:fld>
            <a:endParaRPr/>
          </a:p>
        </p:txBody>
      </p:sp>
    </p:spTree>
    <p:extLst>
      <p:ext uri="{BB962C8B-B14F-4D97-AF65-F5344CB8AC3E}">
        <p14:creationId xmlns:p14="http://schemas.microsoft.com/office/powerpoint/2010/main" val="20838518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ANÁLISIS DE SENSIBILIDAD</a:t>
            </a:r>
          </a:p>
        </p:txBody>
      </p:sp>
      <p:sp>
        <p:nvSpPr>
          <p:cNvPr id="97" name="Google Shape;97;p2"/>
          <p:cNvSpPr txBox="1">
            <a:spLocks noGrp="1"/>
          </p:cNvSpPr>
          <p:nvPr>
            <p:ph type="body" idx="1"/>
          </p:nvPr>
        </p:nvSpPr>
        <p:spPr>
          <a:xfrm>
            <a:off x="411480" y="1323976"/>
            <a:ext cx="11452860" cy="4351338"/>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800"/>
            </a:pPr>
            <a:r>
              <a:rPr lang="es-ES" dirty="0"/>
              <a:t>Suponga que por presentación de los productos, se entregarán pintados; para lo cual se ha establecido que hay disponibilidad de 5.000 mililitros de pintura semanalmente. Además, se sabe que una puerta consume 15 mililitros de pintura, una reja consume 50 mililitros de pintura y una ventana consume 20 mililitros de pintura. El nuevo problema que se genera considerando la nueva restricción del recurso pintura es el siguiente:</a:t>
            </a:r>
            <a:endParaRPr dirty="0"/>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27</a:t>
            </a:fld>
            <a:endParaRPr/>
          </a:p>
        </p:txBody>
      </p:sp>
      <p:pic>
        <p:nvPicPr>
          <p:cNvPr id="2" name="Imagen 1">
            <a:extLst>
              <a:ext uri="{FF2B5EF4-FFF2-40B4-BE49-F238E27FC236}">
                <a16:creationId xmlns:a16="http://schemas.microsoft.com/office/drawing/2014/main" id="{48BE39F7-7376-468B-96D0-75E4A05DF539}"/>
              </a:ext>
            </a:extLst>
          </p:cNvPr>
          <p:cNvPicPr>
            <a:picLocks noChangeAspect="1"/>
          </p:cNvPicPr>
          <p:nvPr/>
        </p:nvPicPr>
        <p:blipFill>
          <a:blip r:embed="rId3"/>
          <a:stretch>
            <a:fillRect/>
          </a:stretch>
        </p:blipFill>
        <p:spPr>
          <a:xfrm>
            <a:off x="1425579" y="819300"/>
            <a:ext cx="8861157" cy="4960180"/>
          </a:xfrm>
          <a:prstGeom prst="rect">
            <a:avLst/>
          </a:prstGeom>
        </p:spPr>
      </p:pic>
      <mc:AlternateContent xmlns:mc="http://schemas.openxmlformats.org/markup-compatibility/2006" xmlns:p14="http://schemas.microsoft.com/office/powerpoint/2010/main">
        <mc:Choice Requires="p14">
          <p:contentPart p14:bwMode="auto" r:id="rId4">
            <p14:nvContentPartPr>
              <p14:cNvPr id="5" name="Entrada de lápiz 4">
                <a:extLst>
                  <a:ext uri="{FF2B5EF4-FFF2-40B4-BE49-F238E27FC236}">
                    <a16:creationId xmlns:a16="http://schemas.microsoft.com/office/drawing/2014/main" id="{3A494B64-346A-4C9B-853E-C71756CBD3F4}"/>
                  </a:ext>
                </a:extLst>
              </p14:cNvPr>
              <p14:cNvContentPartPr/>
              <p14:nvPr/>
            </p14:nvContentPartPr>
            <p14:xfrm>
              <a:off x="7295850" y="6038340"/>
              <a:ext cx="360" cy="360"/>
            </p14:xfrm>
          </p:contentPart>
        </mc:Choice>
        <mc:Fallback xmlns="">
          <p:pic>
            <p:nvPicPr>
              <p:cNvPr id="5" name="Entrada de lápiz 4">
                <a:extLst>
                  <a:ext uri="{FF2B5EF4-FFF2-40B4-BE49-F238E27FC236}">
                    <a16:creationId xmlns:a16="http://schemas.microsoft.com/office/drawing/2014/main" id="{3A494B64-346A-4C9B-853E-C71756CBD3F4}"/>
                  </a:ext>
                </a:extLst>
              </p:cNvPr>
              <p:cNvPicPr/>
              <p:nvPr/>
            </p:nvPicPr>
            <p:blipFill>
              <a:blip r:embed="rId5"/>
              <a:stretch>
                <a:fillRect/>
              </a:stretch>
            </p:blipFill>
            <p:spPr>
              <a:xfrm>
                <a:off x="7278210" y="6002340"/>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Entrada de lápiz 5">
                <a:extLst>
                  <a:ext uri="{FF2B5EF4-FFF2-40B4-BE49-F238E27FC236}">
                    <a16:creationId xmlns:a16="http://schemas.microsoft.com/office/drawing/2014/main" id="{C113E690-5C49-4973-B3C9-B81A64482BF4}"/>
                  </a:ext>
                </a:extLst>
              </p14:cNvPr>
              <p14:cNvContentPartPr/>
              <p14:nvPr/>
            </p14:nvContentPartPr>
            <p14:xfrm>
              <a:off x="5562090" y="6076500"/>
              <a:ext cx="360" cy="360"/>
            </p14:xfrm>
          </p:contentPart>
        </mc:Choice>
        <mc:Fallback xmlns="">
          <p:pic>
            <p:nvPicPr>
              <p:cNvPr id="6" name="Entrada de lápiz 5">
                <a:extLst>
                  <a:ext uri="{FF2B5EF4-FFF2-40B4-BE49-F238E27FC236}">
                    <a16:creationId xmlns:a16="http://schemas.microsoft.com/office/drawing/2014/main" id="{C113E690-5C49-4973-B3C9-B81A64482BF4}"/>
                  </a:ext>
                </a:extLst>
              </p:cNvPr>
              <p:cNvPicPr/>
              <p:nvPr/>
            </p:nvPicPr>
            <p:blipFill>
              <a:blip r:embed="rId5"/>
              <a:stretch>
                <a:fillRect/>
              </a:stretch>
            </p:blipFill>
            <p:spPr>
              <a:xfrm>
                <a:off x="5544450" y="6040860"/>
                <a:ext cx="36000" cy="72000"/>
              </a:xfrm>
              <a:prstGeom prst="rect">
                <a:avLst/>
              </a:prstGeom>
            </p:spPr>
          </p:pic>
        </mc:Fallback>
      </mc:AlternateContent>
    </p:spTree>
    <p:extLst>
      <p:ext uri="{BB962C8B-B14F-4D97-AF65-F5344CB8AC3E}">
        <p14:creationId xmlns:p14="http://schemas.microsoft.com/office/powerpoint/2010/main" val="38326287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ANÁLISIS DE SENSIBILIDAD</a:t>
            </a:r>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28</a:t>
            </a:fld>
            <a:endParaRPr/>
          </a:p>
        </p:txBody>
      </p:sp>
      <p:pic>
        <p:nvPicPr>
          <p:cNvPr id="5" name="Imagen 4">
            <a:extLst>
              <a:ext uri="{FF2B5EF4-FFF2-40B4-BE49-F238E27FC236}">
                <a16:creationId xmlns:a16="http://schemas.microsoft.com/office/drawing/2014/main" id="{803CF061-C097-4D75-83F4-EA891502B077}"/>
              </a:ext>
            </a:extLst>
          </p:cNvPr>
          <p:cNvPicPr>
            <a:picLocks noChangeAspect="1"/>
          </p:cNvPicPr>
          <p:nvPr/>
        </p:nvPicPr>
        <p:blipFill>
          <a:blip r:embed="rId3"/>
          <a:stretch>
            <a:fillRect/>
          </a:stretch>
        </p:blipFill>
        <p:spPr>
          <a:xfrm>
            <a:off x="2521094" y="1994458"/>
            <a:ext cx="6686270" cy="2920441"/>
          </a:xfrm>
          <a:prstGeom prst="rect">
            <a:avLst/>
          </a:prstGeom>
        </p:spPr>
      </p:pic>
      <mc:AlternateContent xmlns:mc="http://schemas.openxmlformats.org/markup-compatibility/2006" xmlns:p14="http://schemas.microsoft.com/office/powerpoint/2010/main">
        <mc:Choice Requires="p14">
          <p:contentPart p14:bwMode="auto" r:id="rId4">
            <p14:nvContentPartPr>
              <p14:cNvPr id="2" name="Entrada de lápiz 1">
                <a:extLst>
                  <a:ext uri="{FF2B5EF4-FFF2-40B4-BE49-F238E27FC236}">
                    <a16:creationId xmlns:a16="http://schemas.microsoft.com/office/drawing/2014/main" id="{18171DF6-5706-4825-AEF2-131128602701}"/>
                  </a:ext>
                </a:extLst>
              </p14:cNvPr>
              <p14:cNvContentPartPr/>
              <p14:nvPr/>
            </p14:nvContentPartPr>
            <p14:xfrm>
              <a:off x="5317217" y="6644349"/>
              <a:ext cx="361080" cy="70560"/>
            </p14:xfrm>
          </p:contentPart>
        </mc:Choice>
        <mc:Fallback xmlns="">
          <p:pic>
            <p:nvPicPr>
              <p:cNvPr id="2" name="Entrada de lápiz 1">
                <a:extLst>
                  <a:ext uri="{FF2B5EF4-FFF2-40B4-BE49-F238E27FC236}">
                    <a16:creationId xmlns:a16="http://schemas.microsoft.com/office/drawing/2014/main" id="{18171DF6-5706-4825-AEF2-131128602701}"/>
                  </a:ext>
                </a:extLst>
              </p:cNvPr>
              <p:cNvPicPr/>
              <p:nvPr/>
            </p:nvPicPr>
            <p:blipFill>
              <a:blip r:embed="rId5"/>
              <a:stretch>
                <a:fillRect/>
              </a:stretch>
            </p:blipFill>
            <p:spPr>
              <a:xfrm>
                <a:off x="5299577" y="6608709"/>
                <a:ext cx="396720" cy="142200"/>
              </a:xfrm>
              <a:prstGeom prst="rect">
                <a:avLst/>
              </a:prstGeom>
            </p:spPr>
          </p:pic>
        </mc:Fallback>
      </mc:AlternateContent>
    </p:spTree>
    <p:extLst>
      <p:ext uri="{BB962C8B-B14F-4D97-AF65-F5344CB8AC3E}">
        <p14:creationId xmlns:p14="http://schemas.microsoft.com/office/powerpoint/2010/main" val="1944250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ANÁLISIS DE SENSIBILIDAD</a:t>
            </a:r>
          </a:p>
        </p:txBody>
      </p:sp>
      <p:sp>
        <p:nvSpPr>
          <p:cNvPr id="97" name="Google Shape;97;p2"/>
          <p:cNvSpPr txBox="1">
            <a:spLocks noGrp="1"/>
          </p:cNvSpPr>
          <p:nvPr>
            <p:ph type="body" idx="1"/>
          </p:nvPr>
        </p:nvSpPr>
        <p:spPr>
          <a:xfrm>
            <a:off x="411480" y="1323976"/>
            <a:ext cx="11452860" cy="4351338"/>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800"/>
            </a:pPr>
            <a:r>
              <a:rPr lang="es-ES" dirty="0"/>
              <a:t>Suponga que mediante un estudio de mercados se ha establecido que máximo se venderán 60 puertas por semana. Si se sabe que máximo se venderán 60 puertas por semana, hay que restringir el modelo a producir como máximo 60 puertas. Esto genera una nueva restricción y por lo tanto el nuevo modelo generado es el siguiente:</a:t>
            </a:r>
            <a:endParaRPr dirty="0"/>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29</a:t>
            </a:fld>
            <a:endParaRPr/>
          </a:p>
        </p:txBody>
      </p:sp>
      <p:pic>
        <p:nvPicPr>
          <p:cNvPr id="3" name="Imagen 2">
            <a:extLst>
              <a:ext uri="{FF2B5EF4-FFF2-40B4-BE49-F238E27FC236}">
                <a16:creationId xmlns:a16="http://schemas.microsoft.com/office/drawing/2014/main" id="{3DDAF0F0-1043-4EF9-A8F8-FE72EA422E18}"/>
              </a:ext>
            </a:extLst>
          </p:cNvPr>
          <p:cNvPicPr>
            <a:picLocks noChangeAspect="1"/>
          </p:cNvPicPr>
          <p:nvPr/>
        </p:nvPicPr>
        <p:blipFill>
          <a:blip r:embed="rId3"/>
          <a:stretch>
            <a:fillRect/>
          </a:stretch>
        </p:blipFill>
        <p:spPr>
          <a:xfrm>
            <a:off x="3694520" y="3429000"/>
            <a:ext cx="5090875" cy="2105024"/>
          </a:xfrm>
          <a:prstGeom prst="rect">
            <a:avLst/>
          </a:prstGeom>
        </p:spPr>
      </p:pic>
      <p:pic>
        <p:nvPicPr>
          <p:cNvPr id="4" name="Imagen 3">
            <a:extLst>
              <a:ext uri="{FF2B5EF4-FFF2-40B4-BE49-F238E27FC236}">
                <a16:creationId xmlns:a16="http://schemas.microsoft.com/office/drawing/2014/main" id="{4DD02D51-2DD4-4346-AD54-BE93C7A99678}"/>
              </a:ext>
            </a:extLst>
          </p:cNvPr>
          <p:cNvPicPr>
            <a:picLocks noChangeAspect="1"/>
          </p:cNvPicPr>
          <p:nvPr/>
        </p:nvPicPr>
        <p:blipFill>
          <a:blip r:embed="rId4"/>
          <a:stretch>
            <a:fillRect/>
          </a:stretch>
        </p:blipFill>
        <p:spPr>
          <a:xfrm>
            <a:off x="3785704" y="5492751"/>
            <a:ext cx="6196496" cy="1046161"/>
          </a:xfrm>
          <a:prstGeom prst="rect">
            <a:avLst/>
          </a:prstGeom>
        </p:spPr>
      </p:pic>
      <mc:AlternateContent xmlns:mc="http://schemas.openxmlformats.org/markup-compatibility/2006" xmlns:p14="http://schemas.microsoft.com/office/powerpoint/2010/main">
        <mc:Choice Requires="p14">
          <p:contentPart p14:bwMode="auto" r:id="rId5">
            <p14:nvContentPartPr>
              <p14:cNvPr id="2" name="Entrada de lápiz 1">
                <a:extLst>
                  <a:ext uri="{FF2B5EF4-FFF2-40B4-BE49-F238E27FC236}">
                    <a16:creationId xmlns:a16="http://schemas.microsoft.com/office/drawing/2014/main" id="{2A5A9C9A-C111-4ECB-A476-425EB149CF61}"/>
                  </a:ext>
                </a:extLst>
              </p14:cNvPr>
              <p14:cNvContentPartPr/>
              <p14:nvPr/>
            </p14:nvContentPartPr>
            <p14:xfrm>
              <a:off x="3900994" y="5738589"/>
              <a:ext cx="2563200" cy="105840"/>
            </p14:xfrm>
          </p:contentPart>
        </mc:Choice>
        <mc:Fallback xmlns="">
          <p:pic>
            <p:nvPicPr>
              <p:cNvPr id="2" name="Entrada de lápiz 1">
                <a:extLst>
                  <a:ext uri="{FF2B5EF4-FFF2-40B4-BE49-F238E27FC236}">
                    <a16:creationId xmlns:a16="http://schemas.microsoft.com/office/drawing/2014/main" id="{2A5A9C9A-C111-4ECB-A476-425EB149CF61}"/>
                  </a:ext>
                </a:extLst>
              </p:cNvPr>
              <p:cNvPicPr/>
              <p:nvPr/>
            </p:nvPicPr>
            <p:blipFill>
              <a:blip r:embed="rId6"/>
              <a:stretch>
                <a:fillRect/>
              </a:stretch>
            </p:blipFill>
            <p:spPr>
              <a:xfrm>
                <a:off x="3883354" y="5702949"/>
                <a:ext cx="2598840" cy="1774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 name="Entrada de lápiz 4">
                <a:extLst>
                  <a:ext uri="{FF2B5EF4-FFF2-40B4-BE49-F238E27FC236}">
                    <a16:creationId xmlns:a16="http://schemas.microsoft.com/office/drawing/2014/main" id="{C86A58DD-680F-4555-B63E-6A4AA18C27E3}"/>
                  </a:ext>
                </a:extLst>
              </p14:cNvPr>
              <p14:cNvContentPartPr/>
              <p14:nvPr/>
            </p14:nvContentPartPr>
            <p14:xfrm>
              <a:off x="3900994" y="5756229"/>
              <a:ext cx="14400" cy="360"/>
            </p14:xfrm>
          </p:contentPart>
        </mc:Choice>
        <mc:Fallback xmlns="">
          <p:pic>
            <p:nvPicPr>
              <p:cNvPr id="5" name="Entrada de lápiz 4">
                <a:extLst>
                  <a:ext uri="{FF2B5EF4-FFF2-40B4-BE49-F238E27FC236}">
                    <a16:creationId xmlns:a16="http://schemas.microsoft.com/office/drawing/2014/main" id="{C86A58DD-680F-4555-B63E-6A4AA18C27E3}"/>
                  </a:ext>
                </a:extLst>
              </p:cNvPr>
              <p:cNvPicPr/>
              <p:nvPr/>
            </p:nvPicPr>
            <p:blipFill>
              <a:blip r:embed="rId8"/>
              <a:stretch>
                <a:fillRect/>
              </a:stretch>
            </p:blipFill>
            <p:spPr>
              <a:xfrm>
                <a:off x="3811354" y="5576229"/>
                <a:ext cx="19404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6" name="Entrada de lápiz 5">
                <a:extLst>
                  <a:ext uri="{FF2B5EF4-FFF2-40B4-BE49-F238E27FC236}">
                    <a16:creationId xmlns:a16="http://schemas.microsoft.com/office/drawing/2014/main" id="{8EDA3C1C-8668-48A0-A8CF-AE441F4AB87E}"/>
                  </a:ext>
                </a:extLst>
              </p14:cNvPr>
              <p14:cNvContentPartPr/>
              <p14:nvPr/>
            </p14:nvContentPartPr>
            <p14:xfrm>
              <a:off x="3918634" y="5756229"/>
              <a:ext cx="2541240" cy="88920"/>
            </p14:xfrm>
          </p:contentPart>
        </mc:Choice>
        <mc:Fallback xmlns="">
          <p:pic>
            <p:nvPicPr>
              <p:cNvPr id="6" name="Entrada de lápiz 5">
                <a:extLst>
                  <a:ext uri="{FF2B5EF4-FFF2-40B4-BE49-F238E27FC236}">
                    <a16:creationId xmlns:a16="http://schemas.microsoft.com/office/drawing/2014/main" id="{8EDA3C1C-8668-48A0-A8CF-AE441F4AB87E}"/>
                  </a:ext>
                </a:extLst>
              </p:cNvPr>
              <p:cNvPicPr/>
              <p:nvPr/>
            </p:nvPicPr>
            <p:blipFill>
              <a:blip r:embed="rId10"/>
              <a:stretch>
                <a:fillRect/>
              </a:stretch>
            </p:blipFill>
            <p:spPr>
              <a:xfrm>
                <a:off x="3828634" y="5576229"/>
                <a:ext cx="2720880" cy="448560"/>
              </a:xfrm>
              <a:prstGeom prst="rect">
                <a:avLst/>
              </a:prstGeom>
            </p:spPr>
          </p:pic>
        </mc:Fallback>
      </mc:AlternateContent>
    </p:spTree>
    <p:extLst>
      <p:ext uri="{BB962C8B-B14F-4D97-AF65-F5344CB8AC3E}">
        <p14:creationId xmlns:p14="http://schemas.microsoft.com/office/powerpoint/2010/main" val="1345268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ANÁLISIS DE SENSIBILIDAD</a:t>
            </a:r>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30</a:t>
            </a:fld>
            <a:endParaRPr/>
          </a:p>
        </p:txBody>
      </p:sp>
      <p:pic>
        <p:nvPicPr>
          <p:cNvPr id="2" name="Imagen 1">
            <a:extLst>
              <a:ext uri="{FF2B5EF4-FFF2-40B4-BE49-F238E27FC236}">
                <a16:creationId xmlns:a16="http://schemas.microsoft.com/office/drawing/2014/main" id="{DC76B276-9F08-4F5D-8318-D885C16EB02D}"/>
              </a:ext>
            </a:extLst>
          </p:cNvPr>
          <p:cNvPicPr>
            <a:picLocks noChangeAspect="1"/>
          </p:cNvPicPr>
          <p:nvPr/>
        </p:nvPicPr>
        <p:blipFill>
          <a:blip r:embed="rId3"/>
          <a:stretch>
            <a:fillRect/>
          </a:stretch>
        </p:blipFill>
        <p:spPr>
          <a:xfrm>
            <a:off x="573052" y="1690688"/>
            <a:ext cx="10780748" cy="4155489"/>
          </a:xfrm>
          <a:prstGeom prst="rect">
            <a:avLst/>
          </a:prstGeom>
        </p:spPr>
      </p:pic>
    </p:spTree>
    <p:extLst>
      <p:ext uri="{BB962C8B-B14F-4D97-AF65-F5344CB8AC3E}">
        <p14:creationId xmlns:p14="http://schemas.microsoft.com/office/powerpoint/2010/main" val="12897372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ANÁLISIS DE SENSIBILIDAD</a:t>
            </a:r>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31</a:t>
            </a:fld>
            <a:endParaRPr/>
          </a:p>
        </p:txBody>
      </p:sp>
      <p:pic>
        <p:nvPicPr>
          <p:cNvPr id="3" name="Imagen 2">
            <a:extLst>
              <a:ext uri="{FF2B5EF4-FFF2-40B4-BE49-F238E27FC236}">
                <a16:creationId xmlns:a16="http://schemas.microsoft.com/office/drawing/2014/main" id="{E5FD308D-9207-4509-92E1-169B08359D4C}"/>
              </a:ext>
            </a:extLst>
          </p:cNvPr>
          <p:cNvPicPr>
            <a:picLocks noChangeAspect="1"/>
          </p:cNvPicPr>
          <p:nvPr/>
        </p:nvPicPr>
        <p:blipFill>
          <a:blip r:embed="rId3"/>
          <a:stretch>
            <a:fillRect/>
          </a:stretch>
        </p:blipFill>
        <p:spPr>
          <a:xfrm>
            <a:off x="-5067925" y="589502"/>
            <a:ext cx="15411806" cy="5949410"/>
          </a:xfrm>
          <a:prstGeom prst="rect">
            <a:avLst/>
          </a:prstGeom>
        </p:spPr>
      </p:pic>
    </p:spTree>
    <p:extLst>
      <p:ext uri="{BB962C8B-B14F-4D97-AF65-F5344CB8AC3E}">
        <p14:creationId xmlns:p14="http://schemas.microsoft.com/office/powerpoint/2010/main" val="12545486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ANÁLISIS DE SENSIBILIDAD</a:t>
            </a:r>
          </a:p>
        </p:txBody>
      </p:sp>
      <p:sp>
        <p:nvSpPr>
          <p:cNvPr id="97" name="Google Shape;97;p2"/>
          <p:cNvSpPr txBox="1">
            <a:spLocks noGrp="1"/>
          </p:cNvSpPr>
          <p:nvPr>
            <p:ph type="body" idx="1"/>
          </p:nvPr>
        </p:nvSpPr>
        <p:spPr>
          <a:xfrm>
            <a:off x="411480" y="1323976"/>
            <a:ext cx="11452860" cy="4351338"/>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800"/>
            </a:pPr>
            <a:r>
              <a:rPr lang="es-ES" dirty="0"/>
              <a:t>A través de un estudio de mercados, se ha establecido en la compañía “Puro Hierro” que mínimo se venderán 60 ventanas. Agregando la nueva restricción que genera el estudio de mercados al problema original se obtiene lo siguiente:</a:t>
            </a:r>
            <a:endParaRPr dirty="0"/>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32</a:t>
            </a:fld>
            <a:endParaRPr/>
          </a:p>
        </p:txBody>
      </p:sp>
      <p:pic>
        <p:nvPicPr>
          <p:cNvPr id="2" name="Imagen 1">
            <a:extLst>
              <a:ext uri="{FF2B5EF4-FFF2-40B4-BE49-F238E27FC236}">
                <a16:creationId xmlns:a16="http://schemas.microsoft.com/office/drawing/2014/main" id="{BE1B7EBB-EAD8-4EE6-8A0C-0CEDF854D337}"/>
              </a:ext>
            </a:extLst>
          </p:cNvPr>
          <p:cNvPicPr>
            <a:picLocks noChangeAspect="1"/>
          </p:cNvPicPr>
          <p:nvPr/>
        </p:nvPicPr>
        <p:blipFill>
          <a:blip r:embed="rId3"/>
          <a:stretch>
            <a:fillRect/>
          </a:stretch>
        </p:blipFill>
        <p:spPr>
          <a:xfrm>
            <a:off x="838200" y="3072078"/>
            <a:ext cx="6296271" cy="3284272"/>
          </a:xfrm>
          <a:prstGeom prst="rect">
            <a:avLst/>
          </a:prstGeom>
        </p:spPr>
      </p:pic>
      <p:pic>
        <p:nvPicPr>
          <p:cNvPr id="5" name="Imagen 4">
            <a:extLst>
              <a:ext uri="{FF2B5EF4-FFF2-40B4-BE49-F238E27FC236}">
                <a16:creationId xmlns:a16="http://schemas.microsoft.com/office/drawing/2014/main" id="{6825671E-0E10-4239-9B37-E0763CB716F0}"/>
              </a:ext>
            </a:extLst>
          </p:cNvPr>
          <p:cNvPicPr>
            <a:picLocks noChangeAspect="1"/>
          </p:cNvPicPr>
          <p:nvPr/>
        </p:nvPicPr>
        <p:blipFill>
          <a:blip r:embed="rId4"/>
          <a:stretch>
            <a:fillRect/>
          </a:stretch>
        </p:blipFill>
        <p:spPr>
          <a:xfrm>
            <a:off x="7916106" y="3347891"/>
            <a:ext cx="2743199" cy="2023673"/>
          </a:xfrm>
          <a:prstGeom prst="rect">
            <a:avLst/>
          </a:prstGeom>
        </p:spPr>
      </p:pic>
    </p:spTree>
    <p:extLst>
      <p:ext uri="{BB962C8B-B14F-4D97-AF65-F5344CB8AC3E}">
        <p14:creationId xmlns:p14="http://schemas.microsoft.com/office/powerpoint/2010/main" val="21196178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ANÁLISIS DE SENSIBILIDAD</a:t>
            </a:r>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33</a:t>
            </a:fld>
            <a:endParaRPr/>
          </a:p>
        </p:txBody>
      </p:sp>
      <p:pic>
        <p:nvPicPr>
          <p:cNvPr id="2" name="Imagen 1">
            <a:extLst>
              <a:ext uri="{FF2B5EF4-FFF2-40B4-BE49-F238E27FC236}">
                <a16:creationId xmlns:a16="http://schemas.microsoft.com/office/drawing/2014/main" id="{6A7B8002-7948-4A78-9B9F-67A9454F80EE}"/>
              </a:ext>
            </a:extLst>
          </p:cNvPr>
          <p:cNvPicPr>
            <a:picLocks noChangeAspect="1"/>
          </p:cNvPicPr>
          <p:nvPr/>
        </p:nvPicPr>
        <p:blipFill>
          <a:blip r:embed="rId3"/>
          <a:stretch>
            <a:fillRect/>
          </a:stretch>
        </p:blipFill>
        <p:spPr>
          <a:xfrm rot="5400000">
            <a:off x="-2026605" y="-4964580"/>
            <a:ext cx="8514132" cy="13886841"/>
          </a:xfrm>
          <a:prstGeom prst="rect">
            <a:avLst/>
          </a:prstGeom>
        </p:spPr>
      </p:pic>
    </p:spTree>
    <p:extLst>
      <p:ext uri="{BB962C8B-B14F-4D97-AF65-F5344CB8AC3E}">
        <p14:creationId xmlns:p14="http://schemas.microsoft.com/office/powerpoint/2010/main" val="36931967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ANÁLISIS DE SENSIBILIDAD</a:t>
            </a:r>
          </a:p>
        </p:txBody>
      </p:sp>
      <p:sp>
        <p:nvSpPr>
          <p:cNvPr id="97" name="Google Shape;97;p2"/>
          <p:cNvSpPr txBox="1">
            <a:spLocks noGrp="1"/>
          </p:cNvSpPr>
          <p:nvPr>
            <p:ph type="body" idx="1"/>
          </p:nvPr>
        </p:nvSpPr>
        <p:spPr>
          <a:xfrm>
            <a:off x="253582" y="1420890"/>
            <a:ext cx="11483715" cy="4770048"/>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800"/>
            </a:pPr>
            <a:r>
              <a:rPr lang="es-CO" sz="4000" dirty="0"/>
              <a:t>NUEVOS PRODUCTOS O ACTIVIDADES</a:t>
            </a:r>
          </a:p>
          <a:p>
            <a:pPr marL="685800" lvl="1" indent="-228600">
              <a:spcBef>
                <a:spcPts val="0"/>
              </a:spcBef>
              <a:buSzPts val="2800"/>
            </a:pPr>
            <a:r>
              <a:rPr lang="es-ES" sz="3600" dirty="0" err="1"/>
              <a:t>Zj</a:t>
            </a:r>
            <a:r>
              <a:rPr lang="es-ES" sz="3600" dirty="0"/>
              <a:t> -</a:t>
            </a:r>
            <a:r>
              <a:rPr lang="es-ES" sz="3600" dirty="0" err="1"/>
              <a:t>Cj</a:t>
            </a:r>
            <a:r>
              <a:rPr lang="es-ES" sz="3600" dirty="0"/>
              <a:t> =C</a:t>
            </a:r>
            <a:r>
              <a:rPr lang="es-ES" sz="2800" dirty="0"/>
              <a:t>B</a:t>
            </a:r>
            <a:r>
              <a:rPr lang="es-ES" sz="3600" dirty="0"/>
              <a:t>B</a:t>
            </a:r>
            <a:r>
              <a:rPr lang="es-ES" sz="3600" baseline="30000" dirty="0"/>
              <a:t>-1</a:t>
            </a:r>
            <a:r>
              <a:rPr lang="es-ES" sz="3600" dirty="0"/>
              <a:t>aj -</a:t>
            </a:r>
            <a:r>
              <a:rPr lang="es-ES" sz="3600" dirty="0" err="1"/>
              <a:t>Cj</a:t>
            </a:r>
            <a:r>
              <a:rPr lang="es-ES" sz="3600" dirty="0"/>
              <a:t> ≥ 0. En este caso el nuevo producto no se debe fabricar ya que no es rentable para la compañía; y la solución óptima del problema original seguirá siendo la óptima. </a:t>
            </a:r>
          </a:p>
          <a:p>
            <a:pPr marL="685800" lvl="1" indent="-228600">
              <a:spcBef>
                <a:spcPts val="0"/>
              </a:spcBef>
              <a:buSzPts val="2800"/>
            </a:pPr>
            <a:r>
              <a:rPr lang="es-ES" sz="3600" dirty="0" err="1"/>
              <a:t>Zj</a:t>
            </a:r>
            <a:r>
              <a:rPr lang="es-ES" sz="3600" dirty="0"/>
              <a:t> -</a:t>
            </a:r>
            <a:r>
              <a:rPr lang="es-ES" sz="3600" dirty="0" err="1"/>
              <a:t>Cj</a:t>
            </a:r>
            <a:r>
              <a:rPr lang="es-ES" sz="3600" dirty="0"/>
              <a:t> =C</a:t>
            </a:r>
            <a:r>
              <a:rPr lang="es-ES" sz="2800" dirty="0"/>
              <a:t>B</a:t>
            </a:r>
            <a:r>
              <a:rPr lang="es-ES" sz="3600" dirty="0"/>
              <a:t>B-1aj -</a:t>
            </a:r>
            <a:r>
              <a:rPr lang="es-ES" sz="3600" dirty="0" err="1"/>
              <a:t>Cj</a:t>
            </a:r>
            <a:r>
              <a:rPr lang="es-ES" sz="3600" dirty="0"/>
              <a:t> &lt; 0. En este caso las condiciones de optimalidad ya no se cumplen y se deberá aplicar el algoritmo simplex hasta obtener la nueva solución óptima</a:t>
            </a:r>
            <a:endParaRPr sz="3600" dirty="0"/>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34</a:t>
            </a:fld>
            <a:endParaRPr/>
          </a:p>
        </p:txBody>
      </p:sp>
      <mc:AlternateContent xmlns:mc="http://schemas.openxmlformats.org/markup-compatibility/2006" xmlns:p14="http://schemas.microsoft.com/office/powerpoint/2010/main">
        <mc:Choice Requires="p14">
          <p:contentPart p14:bwMode="auto" r:id="rId3">
            <p14:nvContentPartPr>
              <p14:cNvPr id="2" name="Entrada de lápiz 1">
                <a:extLst>
                  <a:ext uri="{FF2B5EF4-FFF2-40B4-BE49-F238E27FC236}">
                    <a16:creationId xmlns:a16="http://schemas.microsoft.com/office/drawing/2014/main" id="{2243D1A1-41B9-4003-BD76-C6BDE288C1F4}"/>
                  </a:ext>
                </a:extLst>
              </p14:cNvPr>
              <p14:cNvContentPartPr/>
              <p14:nvPr/>
            </p14:nvContentPartPr>
            <p14:xfrm>
              <a:off x="3526869" y="2312829"/>
              <a:ext cx="360" cy="3960"/>
            </p14:xfrm>
          </p:contentPart>
        </mc:Choice>
        <mc:Fallback xmlns="">
          <p:pic>
            <p:nvPicPr>
              <p:cNvPr id="2" name="Entrada de lápiz 1">
                <a:extLst>
                  <a:ext uri="{FF2B5EF4-FFF2-40B4-BE49-F238E27FC236}">
                    <a16:creationId xmlns:a16="http://schemas.microsoft.com/office/drawing/2014/main" id="{2243D1A1-41B9-4003-BD76-C6BDE288C1F4}"/>
                  </a:ext>
                </a:extLst>
              </p:cNvPr>
              <p:cNvPicPr/>
              <p:nvPr/>
            </p:nvPicPr>
            <p:blipFill>
              <a:blip r:embed="rId4"/>
              <a:stretch>
                <a:fillRect/>
              </a:stretch>
            </p:blipFill>
            <p:spPr>
              <a:xfrm>
                <a:off x="3436869" y="2133189"/>
                <a:ext cx="180000" cy="363600"/>
              </a:xfrm>
              <a:prstGeom prst="rect">
                <a:avLst/>
              </a:prstGeom>
            </p:spPr>
          </p:pic>
        </mc:Fallback>
      </mc:AlternateContent>
    </p:spTree>
    <p:extLst>
      <p:ext uri="{BB962C8B-B14F-4D97-AF65-F5344CB8AC3E}">
        <p14:creationId xmlns:p14="http://schemas.microsoft.com/office/powerpoint/2010/main" val="39719966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ANÁLISIS DE SENSIBILIDAD</a:t>
            </a:r>
          </a:p>
        </p:txBody>
      </p:sp>
      <p:sp>
        <p:nvSpPr>
          <p:cNvPr id="97" name="Google Shape;97;p2"/>
          <p:cNvSpPr txBox="1">
            <a:spLocks noGrp="1"/>
          </p:cNvSpPr>
          <p:nvPr>
            <p:ph type="body" idx="1"/>
          </p:nvPr>
        </p:nvSpPr>
        <p:spPr>
          <a:xfrm>
            <a:off x="411480" y="1323976"/>
            <a:ext cx="11452860" cy="4351338"/>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800"/>
            </a:pPr>
            <a:r>
              <a:rPr lang="es-ES" dirty="0"/>
              <a:t>La compañía esta evaluando la posibilidad de fabricar sillas metálicas a las cuales se les ha asignado una utilidad unitaria de $ 3 y se ha establecido que cada silla metálica requiere 5 metros de lámina, 10 metros de ángulo y 2 metros de tubo.</a:t>
            </a:r>
          </a:p>
          <a:p>
            <a:pPr marL="0" lvl="0" indent="0">
              <a:spcBef>
                <a:spcPts val="0"/>
              </a:spcBef>
              <a:buSzPts val="2800"/>
              <a:buNone/>
            </a:pPr>
            <a:r>
              <a:rPr lang="es-ES" dirty="0"/>
              <a:t>Con base en la información de este nuevo producto, el problema a resolver seria:</a:t>
            </a:r>
            <a:endParaRPr dirty="0"/>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35</a:t>
            </a:fld>
            <a:endParaRPr/>
          </a:p>
        </p:txBody>
      </p:sp>
      <p:pic>
        <p:nvPicPr>
          <p:cNvPr id="2" name="Imagen 1">
            <a:extLst>
              <a:ext uri="{FF2B5EF4-FFF2-40B4-BE49-F238E27FC236}">
                <a16:creationId xmlns:a16="http://schemas.microsoft.com/office/drawing/2014/main" id="{45F8302B-B631-481A-B4D8-8D250F7F25D1}"/>
              </a:ext>
            </a:extLst>
          </p:cNvPr>
          <p:cNvPicPr>
            <a:picLocks noChangeAspect="1"/>
          </p:cNvPicPr>
          <p:nvPr/>
        </p:nvPicPr>
        <p:blipFill>
          <a:blip r:embed="rId3"/>
          <a:stretch>
            <a:fillRect/>
          </a:stretch>
        </p:blipFill>
        <p:spPr>
          <a:xfrm>
            <a:off x="1609185" y="3291786"/>
            <a:ext cx="8531011" cy="2830193"/>
          </a:xfrm>
          <a:prstGeom prst="rect">
            <a:avLst/>
          </a:prstGeom>
        </p:spPr>
      </p:pic>
      <p:pic>
        <p:nvPicPr>
          <p:cNvPr id="5" name="Imagen 4">
            <a:extLst>
              <a:ext uri="{FF2B5EF4-FFF2-40B4-BE49-F238E27FC236}">
                <a16:creationId xmlns:a16="http://schemas.microsoft.com/office/drawing/2014/main" id="{8BF08747-3EAA-45AC-A9E3-2D9FFC456AB0}"/>
              </a:ext>
            </a:extLst>
          </p:cNvPr>
          <p:cNvPicPr>
            <a:picLocks noChangeAspect="1"/>
          </p:cNvPicPr>
          <p:nvPr/>
        </p:nvPicPr>
        <p:blipFill>
          <a:blip r:embed="rId4"/>
          <a:stretch>
            <a:fillRect/>
          </a:stretch>
        </p:blipFill>
        <p:spPr>
          <a:xfrm>
            <a:off x="4108802" y="6121979"/>
            <a:ext cx="4336578" cy="447909"/>
          </a:xfrm>
          <a:prstGeom prst="rect">
            <a:avLst/>
          </a:prstGeom>
        </p:spPr>
      </p:pic>
    </p:spTree>
    <p:extLst>
      <p:ext uri="{BB962C8B-B14F-4D97-AF65-F5344CB8AC3E}">
        <p14:creationId xmlns:p14="http://schemas.microsoft.com/office/powerpoint/2010/main" val="2098768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508000"/>
            <a:ext cx="10515600" cy="1182688"/>
          </a:xfrm>
          <a:prstGeom prst="rect">
            <a:avLst/>
          </a:prstGeom>
          <a:noFill/>
          <a:ln>
            <a:noFill/>
          </a:ln>
        </p:spPr>
        <p:txBody>
          <a:bodyPr spcFirstLastPara="1" wrap="square" lIns="91425" tIns="45700" rIns="91425" bIns="45700" anchor="ctr" anchorCtr="0">
            <a:normAutofit/>
          </a:bodyPr>
          <a:lstStyle/>
          <a:p>
            <a:pPr lvl="0">
              <a:buSzPts val="4400"/>
            </a:pPr>
            <a:r>
              <a:rPr lang="es-CO" dirty="0"/>
              <a:t>ANÁLISIS DE SENSIBILIDAD</a:t>
            </a:r>
          </a:p>
        </p:txBody>
      </p:sp>
      <p:sp>
        <p:nvSpPr>
          <p:cNvPr id="97" name="Google Shape;97;p2"/>
          <p:cNvSpPr txBox="1">
            <a:spLocks noGrp="1"/>
          </p:cNvSpPr>
          <p:nvPr>
            <p:ph type="body" idx="1"/>
          </p:nvPr>
        </p:nvSpPr>
        <p:spPr>
          <a:xfrm>
            <a:off x="68713" y="1323976"/>
            <a:ext cx="11795627" cy="4351338"/>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800"/>
            </a:pPr>
            <a:r>
              <a:rPr lang="es-ES" dirty="0"/>
              <a:t>Se considera en la compañía “Puro Hierro” la posibilidad de producir archivadores, para cada uno de los cuales se ha estimado una utilidad de $10. Además, se estableció que cada archivador consume 3 metros de lámina, 2 metros de ángulo y 5 metros de tubo. Incorporando la información de este nuevo artículo al problema original se tiene lo siguiente:</a:t>
            </a:r>
            <a:endParaRPr dirty="0"/>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O"/>
              <a:t>36</a:t>
            </a:fld>
            <a:endParaRPr/>
          </a:p>
        </p:txBody>
      </p:sp>
      <p:pic>
        <p:nvPicPr>
          <p:cNvPr id="3" name="Imagen 2">
            <a:extLst>
              <a:ext uri="{FF2B5EF4-FFF2-40B4-BE49-F238E27FC236}">
                <a16:creationId xmlns:a16="http://schemas.microsoft.com/office/drawing/2014/main" id="{492B1EC5-C49A-4D94-87FE-3198C0F603B7}"/>
              </a:ext>
            </a:extLst>
          </p:cNvPr>
          <p:cNvPicPr>
            <a:picLocks noChangeAspect="1"/>
          </p:cNvPicPr>
          <p:nvPr/>
        </p:nvPicPr>
        <p:blipFill>
          <a:blip r:embed="rId3"/>
          <a:stretch>
            <a:fillRect/>
          </a:stretch>
        </p:blipFill>
        <p:spPr>
          <a:xfrm>
            <a:off x="327660" y="3429000"/>
            <a:ext cx="6370320" cy="2852382"/>
          </a:xfrm>
          <a:prstGeom prst="rect">
            <a:avLst/>
          </a:prstGeom>
        </p:spPr>
      </p:pic>
      <p:pic>
        <p:nvPicPr>
          <p:cNvPr id="4" name="Imagen 3">
            <a:extLst>
              <a:ext uri="{FF2B5EF4-FFF2-40B4-BE49-F238E27FC236}">
                <a16:creationId xmlns:a16="http://schemas.microsoft.com/office/drawing/2014/main" id="{47E78D7A-3112-4CEF-B275-A68F6973DAA4}"/>
              </a:ext>
            </a:extLst>
          </p:cNvPr>
          <p:cNvPicPr>
            <a:picLocks noChangeAspect="1"/>
          </p:cNvPicPr>
          <p:nvPr/>
        </p:nvPicPr>
        <p:blipFill>
          <a:blip r:embed="rId4"/>
          <a:stretch>
            <a:fillRect/>
          </a:stretch>
        </p:blipFill>
        <p:spPr>
          <a:xfrm>
            <a:off x="6787380" y="4444004"/>
            <a:ext cx="5076960" cy="792502"/>
          </a:xfrm>
          <a:prstGeom prst="rect">
            <a:avLst/>
          </a:prstGeom>
        </p:spPr>
      </p:pic>
    </p:spTree>
    <p:extLst>
      <p:ext uri="{BB962C8B-B14F-4D97-AF65-F5344CB8AC3E}">
        <p14:creationId xmlns:p14="http://schemas.microsoft.com/office/powerpoint/2010/main" val="3180478845"/>
      </p:ext>
    </p:extLst>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05A28123DCCFD49B294645E76DCB2CF" ma:contentTypeVersion="7" ma:contentTypeDescription="Create a new document." ma:contentTypeScope="" ma:versionID="56dcdca2374c200b0c1ba13fde7aace6">
  <xsd:schema xmlns:xsd="http://www.w3.org/2001/XMLSchema" xmlns:xs="http://www.w3.org/2001/XMLSchema" xmlns:p="http://schemas.microsoft.com/office/2006/metadata/properties" xmlns:ns3="08e6a8ce-ef8d-47d0-8407-5409149b2530" xmlns:ns4="aada6357-111f-421e-a5e4-0998df4d0713" targetNamespace="http://schemas.microsoft.com/office/2006/metadata/properties" ma:root="true" ma:fieldsID="020a1421122fdcef3a7dd5a71095ccb0" ns3:_="" ns4:_="">
    <xsd:import namespace="08e6a8ce-ef8d-47d0-8407-5409149b2530"/>
    <xsd:import namespace="aada6357-111f-421e-a5e4-0998df4d0713"/>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8e6a8ce-ef8d-47d0-8407-5409149b2530"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ada6357-111f-421e-a5e4-0998df4d0713"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9158674-BB48-43D6-98FA-958CBCC1F397}">
  <ds:schemaRefs>
    <ds:schemaRef ds:uri="aada6357-111f-421e-a5e4-0998df4d0713"/>
    <ds:schemaRef ds:uri="http://schemas.microsoft.com/office/2006/documentManagement/types"/>
    <ds:schemaRef ds:uri="http://schemas.microsoft.com/office/2006/metadata/properties"/>
    <ds:schemaRef ds:uri="http://purl.org/dc/dcmitype/"/>
    <ds:schemaRef ds:uri="http://www.w3.org/XML/1998/namespace"/>
    <ds:schemaRef ds:uri="08e6a8ce-ef8d-47d0-8407-5409149b2530"/>
    <ds:schemaRef ds:uri="http://purl.org/dc/terms/"/>
    <ds:schemaRef ds:uri="http://schemas.microsoft.com/office/infopath/2007/PartnerControls"/>
    <ds:schemaRef ds:uri="http://schemas.openxmlformats.org/package/2006/metadata/core-properties"/>
    <ds:schemaRef ds:uri="http://purl.org/dc/elements/1.1/"/>
  </ds:schemaRefs>
</ds:datastoreItem>
</file>

<file path=customXml/itemProps2.xml><?xml version="1.0" encoding="utf-8"?>
<ds:datastoreItem xmlns:ds="http://schemas.openxmlformats.org/officeDocument/2006/customXml" ds:itemID="{1773286B-2792-4CE8-A052-CD86EAC6ED46}">
  <ds:schemaRefs>
    <ds:schemaRef ds:uri="http://schemas.microsoft.com/sharepoint/v3/contenttype/forms"/>
  </ds:schemaRefs>
</ds:datastoreItem>
</file>

<file path=customXml/itemProps3.xml><?xml version="1.0" encoding="utf-8"?>
<ds:datastoreItem xmlns:ds="http://schemas.openxmlformats.org/officeDocument/2006/customXml" ds:itemID="{3C4827F3-8A90-47DE-B898-D2E96E45822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8e6a8ce-ef8d-47d0-8407-5409149b2530"/>
    <ds:schemaRef ds:uri="aada6357-111f-421e-a5e4-0998df4d071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291</TotalTime>
  <Words>1628</Words>
  <Application>Microsoft Office PowerPoint</Application>
  <PresentationFormat>Panorámica</PresentationFormat>
  <Paragraphs>118</Paragraphs>
  <Slides>36</Slides>
  <Notes>36</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36</vt:i4>
      </vt:variant>
    </vt:vector>
  </HeadingPairs>
  <TitlesOfParts>
    <vt:vector size="39" baseType="lpstr">
      <vt:lpstr>Arial</vt:lpstr>
      <vt:lpstr>Calibri</vt:lpstr>
      <vt:lpstr>Tema de Office</vt:lpstr>
      <vt:lpstr>OPTIMIZACIÓN</vt:lpstr>
      <vt:lpstr>ANÁLISIS DE SENSIBILIDAD</vt:lpstr>
      <vt:lpstr>ANÁLISIS DE SENSIBILIDAD</vt:lpstr>
      <vt:lpstr>ANÁLISIS DE SENSIBILIDAD</vt:lpstr>
      <vt:lpstr>ANÁLISIS DE SENSIBILIDAD</vt:lpstr>
      <vt:lpstr>ANÁLISIS DE SENSIBILIDAD</vt:lpstr>
      <vt:lpstr>ANÁLISIS DE SENSIBILIDAD</vt:lpstr>
      <vt:lpstr>ANÁLISIS DE SENSIBILIDAD</vt:lpstr>
      <vt:lpstr>ANÁLISIS DE SENSIBILIDAD</vt:lpstr>
      <vt:lpstr>ANÁLISIS DE SENSIBILIDAD</vt:lpstr>
      <vt:lpstr>ANÁLISIS DE SENSIBILIDAD</vt:lpstr>
      <vt:lpstr>ANÁLISIS DE SENSIBILIDAD</vt:lpstr>
      <vt:lpstr>ANÁLISIS DE SENSIBILIDAD</vt:lpstr>
      <vt:lpstr>ANÁLISIS DE SENSIBILIDAD</vt:lpstr>
      <vt:lpstr>ANÁLISIS DE SENSIBILIDAD</vt:lpstr>
      <vt:lpstr>ANÁLISIS DE SENSIBILIDAD</vt:lpstr>
      <vt:lpstr>ANÁLISIS DE SENSIBILIDAD</vt:lpstr>
      <vt:lpstr>ANÁLISIS DE SENSIBILIDAD</vt:lpstr>
      <vt:lpstr>ANÁLISIS DE SENSIBILIDAD</vt:lpstr>
      <vt:lpstr>ANÁLISIS DE SENSIBILIDAD</vt:lpstr>
      <vt:lpstr>ANÁLISIS DE SENSIBILIDAD</vt:lpstr>
      <vt:lpstr>ANÁLISIS DE SENSIBILIDAD</vt:lpstr>
      <vt:lpstr>ANÁLISIS DE SENSIBILIDAD</vt:lpstr>
      <vt:lpstr>ANÁLISIS DE SENSIBILIDAD</vt:lpstr>
      <vt:lpstr>ANÁLISIS DE SENSIBILIDAD</vt:lpstr>
      <vt:lpstr>ANÁLISIS DE SENSIBILIDAD</vt:lpstr>
      <vt:lpstr>ANÁLISIS DE SENSIBILIDAD</vt:lpstr>
      <vt:lpstr>ANÁLISIS DE SENSIBILIDAD</vt:lpstr>
      <vt:lpstr>ANÁLISIS DE SENSIBILIDAD</vt:lpstr>
      <vt:lpstr>ANÁLISIS DE SENSIBILIDAD</vt:lpstr>
      <vt:lpstr>ANÁLISIS DE SENSIBILIDAD</vt:lpstr>
      <vt:lpstr>ANÁLISIS DE SENSIBILIDAD</vt:lpstr>
      <vt:lpstr>ANÁLISIS DE SENSIBILIDAD</vt:lpstr>
      <vt:lpstr>ANÁLISIS DE SENSIBILIDAD</vt:lpstr>
      <vt:lpstr>ANÁLISIS DE SENSIBILIDAD</vt:lpstr>
      <vt:lpstr>ANÁLISIS DE SENSIBILIDAD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PROGRAMACIÓN LINEAL</dc:title>
  <dc:creator>Henry Armando Percy Guzman</dc:creator>
  <cp:lastModifiedBy>estudiante</cp:lastModifiedBy>
  <cp:revision>21</cp:revision>
  <dcterms:created xsi:type="dcterms:W3CDTF">2022-02-13T16:53:43Z</dcterms:created>
  <dcterms:modified xsi:type="dcterms:W3CDTF">2025-11-12T20:42:48Z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0x010100405A28123DCCFD49B294645E76DCB2CF</vt:lpwstr>
  </property>
</Properties>
</file>